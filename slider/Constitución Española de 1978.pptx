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7475200" cy="9753600"/>
  <p:notesSz cx="9753600" cy="174752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fcb4f-ed72-895a-8000-00002a239f9e.png?kimi-sig=tb4QQ-chdlZ5EXQgDnwmAByCShD6Lh0Vtbd1Pn63AYA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fcb45-0d62-8acd-8000-00002cf261b9.png?kimi-sig=ultTffCvTMwLHjYIxDP-oV_E7vHH-k-0vRq2X7IhF08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fcb52-5c82-8b6d-8000-0000de3f19cf.png?kimi-sig=Z3Sxu7uRz02FY0N4pA4WCYXqc1akRXCySM_E-EGNEXs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fcb7b-11d2-8647-8000-0000c8a17b74.png?kimi-sig=UfRIUDhExDaaxm0P-jp3oYUA-79VWrMGYqSqOLwe7Vg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fcb6c-dc52-86b1-8000-0000f6cff9d3.png?kimi-sig=0AAy3rjqYnqWEcYj7pNhkpiFSeoevurIC6Zq-MG5A0o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fcb7f-af62-841e-8000-000057818557.png?kimi-sig=eAcCsclJ7qElb-NaWqsleBcrySDD8gZykfO6K8aF2CY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fcbc8-bda2-8b12-8000-0000c744d4c5.png?kimi-sig=VoNAai3DWrwVXWjyX2xszQylVD5FART4gO2kT0l9Ivs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fcb90-0552-85e7-8000-0000f8df58ba.png?kimi-sig=XRd-rmcZI2jtjA74LtuSO-oRaRdPuY8TQ6hX-TyvE-M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slide_19cfcba5-3542-8e71-8000-000016d33973.png?kimi-sig=ECOGvec49nF6AEjH57YfMPUQ2OspiVJzc0nm-rS5Di0&amp;x-oss-process=image/resize,w_1376,h_76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Constitución Española de 1978</dc:title>
  <dc:subject>Constitución Española de 1978</dc:subject>
  <dc:creator>Kimi</dc:creator>
  <cp:lastModifiedBy>Kimi</cp:lastModifiedBy>
  <cp:revision>1</cp:revision>
  <dcterms:created xsi:type="dcterms:W3CDTF">2026-03-17T17:06:43Z</dcterms:created>
  <dcterms:modified xsi:type="dcterms:W3CDTF">2026-03-17T17:06:43Z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{"Label":"Constitución Española de 1978","ContentProducer":"001191110108MACG2KBH8F10000","ProduceID":"19cfcbc8-c1b2-8e29-8000-000007f93165","ReservedCode1":"","ContentPropagator":"001191110108MACG2KBH8F20000","PropagateID":"19cfcbc8-c1b2-8e29-8000-000007f93165","ReservedCode2":""}</vt:lpwstr>
  </property>
</Properties>
</file>