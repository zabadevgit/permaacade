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Alimama ShuHeiTi" charset="-122" pitchFamily="34"/>
      <p:regular r:id="rId20"/>
    </p:embeddedFont>
    <p:embeddedFont>
      <p:font typeface="Mi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ards.algoreducation.com/9841c28664201dda5ad7b542f883133a3d330f07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47" b="74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266950" cy="419100"/>
          </a:xfrm>
          <a:custGeom>
            <a:avLst/>
            <a:gdLst/>
            <a:ahLst/>
            <a:cxnLst/>
            <a:rect l="l" t="t" r="r" b="b"/>
            <a:pathLst>
              <a:path w="2266950" h="419100">
                <a:moveTo>
                  <a:pt x="0" y="0"/>
                </a:moveTo>
                <a:lnTo>
                  <a:pt x="2266950" y="0"/>
                </a:lnTo>
                <a:lnTo>
                  <a:pt x="22669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381000"/>
            <a:ext cx="2352675" cy="4191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LEY ORGÁNICA 5/2005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136511" y="381000"/>
            <a:ext cx="962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DDFF00">
                    <a:alpha val="2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88306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DEFENSA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NACIONAL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821906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202906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legal integral para la protección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seguridad de España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981700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 de noviembre de 2005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48400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BOE núm. 276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890075" y="5876925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71050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1"/>
          <p:cNvSpPr/>
          <p:nvPr/>
        </p:nvSpPr>
        <p:spPr>
          <a:xfrm>
            <a:off x="10547300" y="5943600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ESPAÑA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75875" y="62103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 de Derecho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0005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04850"/>
            <a:ext cx="1952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Índice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60020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0" y="0"/>
                </a:moveTo>
                <a:lnTo>
                  <a:pt x="5581650" y="0"/>
                </a:lnTo>
                <a:lnTo>
                  <a:pt x="55816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002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1828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828800"/>
            <a:ext cx="3476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Contexto y Motivación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209800"/>
            <a:ext cx="3438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Transformación del escenario estratégico global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83845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0" y="0"/>
                </a:moveTo>
                <a:lnTo>
                  <a:pt x="5581650" y="0"/>
                </a:lnTo>
                <a:lnTo>
                  <a:pt x="55816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8384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067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" y="30670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3067050"/>
            <a:ext cx="2524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Objetivo y Finalidad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448050"/>
            <a:ext cx="2486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Propósito de la política de defensa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07670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0" y="0"/>
                </a:moveTo>
                <a:lnTo>
                  <a:pt x="5581650" y="0"/>
                </a:lnTo>
                <a:lnTo>
                  <a:pt x="55816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0767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430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590550" y="43053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4305300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Distribución de Competencias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686300"/>
            <a:ext cx="3371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Roles de Corona, Cortes y Gobierno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160020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0" y="0"/>
                </a:moveTo>
                <a:lnTo>
                  <a:pt x="5581650" y="0"/>
                </a:lnTo>
                <a:lnTo>
                  <a:pt x="55816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16002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850" y="1828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62800" y="1828800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Organización Militar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62800" y="2209800"/>
            <a:ext cx="2495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de las Fuerzas Armadas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9350" y="283845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0" y="0"/>
                </a:moveTo>
                <a:lnTo>
                  <a:pt x="5581650" y="0"/>
                </a:lnTo>
                <a:lnTo>
                  <a:pt x="55816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29350" y="28384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0" y="3067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850" y="30670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62800" y="3067050"/>
            <a:ext cx="279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Misiones y Control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62800" y="3448050"/>
            <a:ext cx="2752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Funciones y supervisión parlamentaria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4076700"/>
            <a:ext cx="5581650" cy="1085850"/>
          </a:xfrm>
          <a:custGeom>
            <a:avLst/>
            <a:gdLst/>
            <a:ahLst/>
            <a:cxnLst/>
            <a:rect l="l" t="t" r="r" b="b"/>
            <a:pathLst>
              <a:path w="5581650" h="1085850">
                <a:moveTo>
                  <a:pt x="0" y="0"/>
                </a:moveTo>
                <a:lnTo>
                  <a:pt x="5581650" y="0"/>
                </a:lnTo>
                <a:lnTo>
                  <a:pt x="558165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29350" y="40767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430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8" name="Text 36"/>
          <p:cNvSpPr/>
          <p:nvPr/>
        </p:nvSpPr>
        <p:spPr>
          <a:xfrm>
            <a:off x="6419850" y="43053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62800" y="4305300"/>
            <a:ext cx="2981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Contribución a la Defensa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62800" y="4686300"/>
            <a:ext cx="29432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Guardia Civil, CNI y otros actores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4953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3695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Un Mundo en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2328863"/>
            <a:ext cx="11420475" cy="1266825"/>
          </a:xfrm>
          <a:custGeom>
            <a:avLst/>
            <a:gdLst/>
            <a:ahLst/>
            <a:cxnLst/>
            <a:rect l="l" t="t" r="r" b="b"/>
            <a:pathLst>
              <a:path w="11420475" h="1266825">
                <a:moveTo>
                  <a:pt x="114306" y="0"/>
                </a:moveTo>
                <a:lnTo>
                  <a:pt x="11306169" y="0"/>
                </a:lnTo>
                <a:cubicBezTo>
                  <a:pt x="11369299" y="0"/>
                  <a:pt x="11420475" y="51176"/>
                  <a:pt x="11420475" y="114306"/>
                </a:cubicBezTo>
                <a:lnTo>
                  <a:pt x="11420475" y="1152519"/>
                </a:lnTo>
                <a:cubicBezTo>
                  <a:pt x="11420475" y="1215649"/>
                  <a:pt x="11369299" y="1266825"/>
                  <a:pt x="1130616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025" y="2524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3425" y="2676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89" y="21431"/>
                </a:moveTo>
                <a:cubicBezTo>
                  <a:pt x="165646" y="21476"/>
                  <a:pt x="207169" y="63044"/>
                  <a:pt x="207169" y="114300"/>
                </a:cubicBezTo>
                <a:cubicBezTo>
                  <a:pt x="207169" y="124167"/>
                  <a:pt x="205651" y="133677"/>
                  <a:pt x="202793" y="142607"/>
                </a:cubicBezTo>
                <a:cubicBezTo>
                  <a:pt x="201900" y="142786"/>
                  <a:pt x="200963" y="142875"/>
                  <a:pt x="200025" y="142875"/>
                </a:cubicBezTo>
                <a:lnTo>
                  <a:pt x="198819" y="142875"/>
                </a:lnTo>
                <a:cubicBezTo>
                  <a:pt x="195024" y="142875"/>
                  <a:pt x="191408" y="141357"/>
                  <a:pt x="188729" y="138678"/>
                </a:cubicBezTo>
                <a:lnTo>
                  <a:pt x="175647" y="125596"/>
                </a:lnTo>
                <a:cubicBezTo>
                  <a:pt x="172968" y="122917"/>
                  <a:pt x="171450" y="119301"/>
                  <a:pt x="171450" y="115506"/>
                </a:cubicBezTo>
                <a:lnTo>
                  <a:pt x="171450" y="92869"/>
                </a:lnTo>
                <a:cubicBezTo>
                  <a:pt x="171450" y="88940"/>
                  <a:pt x="174665" y="85725"/>
                  <a:pt x="178594" y="85725"/>
                </a:cubicBezTo>
                <a:cubicBezTo>
                  <a:pt x="182523" y="85725"/>
                  <a:pt x="185738" y="82510"/>
                  <a:pt x="185738" y="78581"/>
                </a:cubicBezTo>
                <a:cubicBezTo>
                  <a:pt x="185738" y="74652"/>
                  <a:pt x="182523" y="71438"/>
                  <a:pt x="178594" y="71438"/>
                </a:cubicBezTo>
                <a:lnTo>
                  <a:pt x="167878" y="71438"/>
                </a:lnTo>
                <a:cubicBezTo>
                  <a:pt x="161940" y="71438"/>
                  <a:pt x="157163" y="76215"/>
                  <a:pt x="157163" y="82153"/>
                </a:cubicBezTo>
                <a:cubicBezTo>
                  <a:pt x="157163" y="88091"/>
                  <a:pt x="152385" y="92869"/>
                  <a:pt x="146447" y="92869"/>
                </a:cubicBezTo>
                <a:lnTo>
                  <a:pt x="121444" y="92869"/>
                </a:lnTo>
                <a:cubicBezTo>
                  <a:pt x="117515" y="92869"/>
                  <a:pt x="114300" y="96083"/>
                  <a:pt x="114300" y="100013"/>
                </a:cubicBezTo>
                <a:cubicBezTo>
                  <a:pt x="114300" y="103942"/>
                  <a:pt x="111085" y="107156"/>
                  <a:pt x="107156" y="107156"/>
                </a:cubicBezTo>
                <a:lnTo>
                  <a:pt x="95816" y="107156"/>
                </a:lnTo>
                <a:cubicBezTo>
                  <a:pt x="90234" y="107156"/>
                  <a:pt x="85725" y="102647"/>
                  <a:pt x="85725" y="97066"/>
                </a:cubicBezTo>
                <a:cubicBezTo>
                  <a:pt x="85725" y="94387"/>
                  <a:pt x="86797" y="91797"/>
                  <a:pt x="88672" y="89922"/>
                </a:cubicBezTo>
                <a:lnTo>
                  <a:pt x="119970" y="58623"/>
                </a:lnTo>
                <a:cubicBezTo>
                  <a:pt x="120908" y="57686"/>
                  <a:pt x="121444" y="56391"/>
                  <a:pt x="121444" y="55052"/>
                </a:cubicBezTo>
                <a:cubicBezTo>
                  <a:pt x="121444" y="52283"/>
                  <a:pt x="119167" y="50006"/>
                  <a:pt x="116398" y="50006"/>
                </a:cubicBezTo>
                <a:lnTo>
                  <a:pt x="110103" y="50006"/>
                </a:lnTo>
                <a:cubicBezTo>
                  <a:pt x="104522" y="50006"/>
                  <a:pt x="100013" y="45497"/>
                  <a:pt x="100013" y="39916"/>
                </a:cubicBezTo>
                <a:cubicBezTo>
                  <a:pt x="100013" y="37237"/>
                  <a:pt x="101084" y="34647"/>
                  <a:pt x="102959" y="32772"/>
                </a:cubicBezTo>
                <a:lnTo>
                  <a:pt x="113273" y="22458"/>
                </a:lnTo>
                <a:cubicBezTo>
                  <a:pt x="113630" y="22101"/>
                  <a:pt x="113987" y="21788"/>
                  <a:pt x="114389" y="21476"/>
                </a:cubicBezTo>
                <a:close/>
                <a:moveTo>
                  <a:pt x="195739" y="158993"/>
                </a:moveTo>
                <a:cubicBezTo>
                  <a:pt x="181094" y="185604"/>
                  <a:pt x="153814" y="204267"/>
                  <a:pt x="121980" y="206856"/>
                </a:cubicBezTo>
                <a:cubicBezTo>
                  <a:pt x="121667" y="205829"/>
                  <a:pt x="121488" y="204713"/>
                  <a:pt x="121488" y="203597"/>
                </a:cubicBezTo>
                <a:cubicBezTo>
                  <a:pt x="121488" y="197659"/>
                  <a:pt x="116711" y="192881"/>
                  <a:pt x="110773" y="192881"/>
                </a:cubicBezTo>
                <a:lnTo>
                  <a:pt x="98852" y="192881"/>
                </a:lnTo>
                <a:cubicBezTo>
                  <a:pt x="95057" y="192881"/>
                  <a:pt x="91440" y="191363"/>
                  <a:pt x="88761" y="188684"/>
                </a:cubicBezTo>
                <a:lnTo>
                  <a:pt x="75679" y="175602"/>
                </a:lnTo>
                <a:cubicBezTo>
                  <a:pt x="73000" y="172923"/>
                  <a:pt x="71482" y="169307"/>
                  <a:pt x="71482" y="165512"/>
                </a:cubicBezTo>
                <a:lnTo>
                  <a:pt x="71482" y="135731"/>
                </a:lnTo>
                <a:cubicBezTo>
                  <a:pt x="71482" y="127828"/>
                  <a:pt x="77867" y="121444"/>
                  <a:pt x="85770" y="121444"/>
                </a:cubicBezTo>
                <a:lnTo>
                  <a:pt x="129838" y="121444"/>
                </a:lnTo>
                <a:cubicBezTo>
                  <a:pt x="133633" y="121444"/>
                  <a:pt x="137249" y="122962"/>
                  <a:pt x="139928" y="125641"/>
                </a:cubicBezTo>
                <a:lnTo>
                  <a:pt x="153010" y="138723"/>
                </a:lnTo>
                <a:cubicBezTo>
                  <a:pt x="155689" y="141402"/>
                  <a:pt x="159306" y="142920"/>
                  <a:pt x="163101" y="142920"/>
                </a:cubicBezTo>
                <a:lnTo>
                  <a:pt x="165556" y="142920"/>
                </a:lnTo>
                <a:cubicBezTo>
                  <a:pt x="169352" y="142920"/>
                  <a:pt x="172968" y="144438"/>
                  <a:pt x="175647" y="147117"/>
                </a:cubicBezTo>
                <a:lnTo>
                  <a:pt x="182791" y="154260"/>
                </a:lnTo>
                <a:cubicBezTo>
                  <a:pt x="184666" y="156136"/>
                  <a:pt x="187256" y="157207"/>
                  <a:pt x="189934" y="157207"/>
                </a:cubicBezTo>
                <a:cubicBezTo>
                  <a:pt x="192078" y="157207"/>
                  <a:pt x="194087" y="157877"/>
                  <a:pt x="195739" y="159038"/>
                </a:cubicBezTo>
                <a:close/>
                <a:moveTo>
                  <a:pt x="114300" y="228600"/>
                </a:moveTo>
                <a:lnTo>
                  <a:pt x="125998" y="228020"/>
                </a:lnTo>
                <a:cubicBezTo>
                  <a:pt x="122158" y="228421"/>
                  <a:pt x="118274" y="228600"/>
                  <a:pt x="114300" y="228600"/>
                </a:cubicBezTo>
                <a:close/>
                <a:moveTo>
                  <a:pt x="125998" y="228020"/>
                </a:moveTo>
                <a:cubicBezTo>
                  <a:pt x="183639" y="222171"/>
                  <a:pt x="228600" y="173504"/>
                  <a:pt x="228600" y="114300"/>
                </a:cubicBezTo>
                <a:cubicBezTo>
                  <a:pt x="228600" y="51167"/>
                  <a:pt x="177433" y="0"/>
                  <a:pt x="114300" y="0"/>
                </a:cubicBezTo>
                <a:lnTo>
                  <a:pt x="114300" y="0"/>
                </a:lnTo>
                <a:cubicBezTo>
                  <a:pt x="51167" y="0"/>
                  <a:pt x="0" y="51167"/>
                  <a:pt x="0" y="114300"/>
                </a:cubicBezTo>
                <a:cubicBezTo>
                  <a:pt x="0" y="171227"/>
                  <a:pt x="41612" y="218465"/>
                  <a:pt x="96128" y="227171"/>
                </a:cubicBezTo>
                <a:cubicBezTo>
                  <a:pt x="102022" y="228109"/>
                  <a:pt x="108094" y="228600"/>
                  <a:pt x="114300" y="228600"/>
                </a:cubicBezTo>
                <a:close/>
                <a:moveTo>
                  <a:pt x="83627" y="55052"/>
                </a:moveTo>
                <a:lnTo>
                  <a:pt x="69339" y="69339"/>
                </a:lnTo>
                <a:cubicBezTo>
                  <a:pt x="66571" y="72107"/>
                  <a:pt x="62017" y="72107"/>
                  <a:pt x="59248" y="69339"/>
                </a:cubicBezTo>
                <a:cubicBezTo>
                  <a:pt x="56480" y="66571"/>
                  <a:pt x="56480" y="62017"/>
                  <a:pt x="59248" y="59248"/>
                </a:cubicBezTo>
                <a:lnTo>
                  <a:pt x="73536" y="44961"/>
                </a:lnTo>
                <a:cubicBezTo>
                  <a:pt x="76304" y="42193"/>
                  <a:pt x="80858" y="42193"/>
                  <a:pt x="83627" y="44961"/>
                </a:cubicBezTo>
                <a:cubicBezTo>
                  <a:pt x="86395" y="47729"/>
                  <a:pt x="86395" y="52283"/>
                  <a:pt x="83627" y="55052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Text 8"/>
          <p:cNvSpPr/>
          <p:nvPr/>
        </p:nvSpPr>
        <p:spPr>
          <a:xfrm>
            <a:off x="1266825" y="2524125"/>
            <a:ext cx="10458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Nuevo Escenario Estratégico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6825" y="2905125"/>
            <a:ext cx="10420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Desaparición de la Guerra Fría y la política de bloques. Emergencia de la globalización y nuevas relaciones internacionales. España integrada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OTAN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Unión Europea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3757613"/>
            <a:ext cx="5629275" cy="1266825"/>
          </a:xfrm>
          <a:custGeom>
            <a:avLst/>
            <a:gdLst/>
            <a:ahLst/>
            <a:cxnLst/>
            <a:rect l="l" t="t" r="r" b="b"/>
            <a:pathLst>
              <a:path w="5629275" h="1266825">
                <a:moveTo>
                  <a:pt x="114306" y="0"/>
                </a:moveTo>
                <a:lnTo>
                  <a:pt x="5514969" y="0"/>
                </a:lnTo>
                <a:cubicBezTo>
                  <a:pt x="5578099" y="0"/>
                  <a:pt x="5629275" y="51176"/>
                  <a:pt x="5629275" y="114306"/>
                </a:cubicBezTo>
                <a:lnTo>
                  <a:pt x="5629275" y="1152519"/>
                </a:lnTo>
                <a:cubicBezTo>
                  <a:pt x="5629275" y="1215649"/>
                  <a:pt x="5578099" y="1266825"/>
                  <a:pt x="551496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4838" y="3990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" y="3952875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Nuevas Amenazas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1025" y="433387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Terrorismo transnacional con capacidad de infligir daño indiscriminado. Proliferación de conflictos armados con implicaciones globales.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6963" y="3757613"/>
            <a:ext cx="5629275" cy="1266825"/>
          </a:xfrm>
          <a:custGeom>
            <a:avLst/>
            <a:gdLst/>
            <a:ahLst/>
            <a:cxnLst/>
            <a:rect l="l" t="t" r="r" b="b"/>
            <a:pathLst>
              <a:path w="5629275" h="1266825">
                <a:moveTo>
                  <a:pt x="114306" y="0"/>
                </a:moveTo>
                <a:lnTo>
                  <a:pt x="5514969" y="0"/>
                </a:lnTo>
                <a:cubicBezTo>
                  <a:pt x="5578099" y="0"/>
                  <a:pt x="5629275" y="51176"/>
                  <a:pt x="5629275" y="114306"/>
                </a:cubicBezTo>
                <a:lnTo>
                  <a:pt x="5629275" y="1152519"/>
                </a:lnTo>
                <a:cubicBezTo>
                  <a:pt x="5629275" y="1215649"/>
                  <a:pt x="5578099" y="1266825"/>
                  <a:pt x="551496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2225" y="39909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724650" y="3952875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Ejércitos Profesionales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2225" y="433387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Desaparición del servicio militar obligatorio. Implantación de un modelo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Fuerzas Armadas profesionales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0525" y="5191125"/>
            <a:ext cx="11410950" cy="962025"/>
          </a:xfrm>
          <a:custGeom>
            <a:avLst/>
            <a:gdLst/>
            <a:ahLst/>
            <a:cxnLst/>
            <a:rect l="l" t="t" r="r" b="b"/>
            <a:pathLst>
              <a:path w="11410950" h="962025">
                <a:moveTo>
                  <a:pt x="114298" y="0"/>
                </a:moveTo>
                <a:lnTo>
                  <a:pt x="11296652" y="0"/>
                </a:lnTo>
                <a:cubicBezTo>
                  <a:pt x="11359777" y="0"/>
                  <a:pt x="11410950" y="51173"/>
                  <a:pt x="11410950" y="114298"/>
                </a:cubicBezTo>
                <a:lnTo>
                  <a:pt x="11410950" y="847727"/>
                </a:lnTo>
                <a:cubicBezTo>
                  <a:pt x="11410950" y="910852"/>
                  <a:pt x="11359777" y="962025"/>
                  <a:pt x="11296652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DDFF00">
              <a:alpha val="10196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4369" y="5526881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2" name="Text 20"/>
          <p:cNvSpPr/>
          <p:nvPr/>
        </p:nvSpPr>
        <p:spPr>
          <a:xfrm>
            <a:off x="1100138" y="5391150"/>
            <a:ext cx="105918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Necesidad de adaptación: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 ley anterior de 1980 requería actualización urgente para responder a un mundo completamente transformado.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4953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ARTÍCULO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3876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Objeto de la Ley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19200" y="2043113"/>
            <a:ext cx="9753600" cy="1876425"/>
          </a:xfrm>
          <a:custGeom>
            <a:avLst/>
            <a:gdLst/>
            <a:ahLst/>
            <a:cxnLst/>
            <a:rect l="l" t="t" r="r" b="b"/>
            <a:pathLst>
              <a:path w="9753600" h="1876425">
                <a:moveTo>
                  <a:pt x="152403" y="0"/>
                </a:moveTo>
                <a:lnTo>
                  <a:pt x="9601197" y="0"/>
                </a:lnTo>
                <a:cubicBezTo>
                  <a:pt x="9685367" y="0"/>
                  <a:pt x="9753600" y="68233"/>
                  <a:pt x="9753600" y="152403"/>
                </a:cubicBezTo>
                <a:lnTo>
                  <a:pt x="9753600" y="1724022"/>
                </a:lnTo>
                <a:cubicBezTo>
                  <a:pt x="9753600" y="1808192"/>
                  <a:pt x="9685367" y="1876425"/>
                  <a:pt x="9601197" y="1876425"/>
                </a:cubicBezTo>
                <a:lnTo>
                  <a:pt x="152403" y="1876425"/>
                </a:lnTo>
                <a:cubicBezTo>
                  <a:pt x="68233" y="1876425"/>
                  <a:pt x="0" y="1808192"/>
                  <a:pt x="0" y="172402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DDFF00"/>
          </a:solidFill>
          <a:ln/>
          <a:effectLst>
            <a:outerShdw sx="100000" sy="100000" kx="0" ky="0" algn="bl" rotWithShape="0" blurRad="285750" dist="50800" dir="2700000">
              <a:srgbClr val="ddff00">
                <a:alpha val="3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00200" y="242411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876425" y="266223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49113" y="35719"/>
                </a:moveTo>
                <a:cubicBezTo>
                  <a:pt x="41690" y="35719"/>
                  <a:pt x="35719" y="41690"/>
                  <a:pt x="35719" y="49113"/>
                </a:cubicBezTo>
                <a:cubicBezTo>
                  <a:pt x="35719" y="56536"/>
                  <a:pt x="41690" y="62508"/>
                  <a:pt x="49113" y="62508"/>
                </a:cubicBezTo>
                <a:lnTo>
                  <a:pt x="75902" y="62508"/>
                </a:lnTo>
                <a:cubicBezTo>
                  <a:pt x="83325" y="62508"/>
                  <a:pt x="89297" y="56536"/>
                  <a:pt x="89297" y="49113"/>
                </a:cubicBezTo>
                <a:cubicBezTo>
                  <a:pt x="89297" y="41690"/>
                  <a:pt x="83325" y="35719"/>
                  <a:pt x="75902" y="35719"/>
                </a:cubicBezTo>
                <a:lnTo>
                  <a:pt x="49113" y="35719"/>
                </a:lnTo>
                <a:close/>
                <a:moveTo>
                  <a:pt x="49113" y="89297"/>
                </a:moveTo>
                <a:cubicBezTo>
                  <a:pt x="41690" y="89297"/>
                  <a:pt x="35719" y="95269"/>
                  <a:pt x="35719" y="102691"/>
                </a:cubicBezTo>
                <a:cubicBezTo>
                  <a:pt x="35719" y="110114"/>
                  <a:pt x="41690" y="116086"/>
                  <a:pt x="49113" y="116086"/>
                </a:cubicBezTo>
                <a:lnTo>
                  <a:pt x="75902" y="116086"/>
                </a:lnTo>
                <a:cubicBezTo>
                  <a:pt x="83325" y="116086"/>
                  <a:pt x="89297" y="110114"/>
                  <a:pt x="89297" y="102691"/>
                </a:cubicBezTo>
                <a:cubicBezTo>
                  <a:pt x="89297" y="95269"/>
                  <a:pt x="83325" y="89297"/>
                  <a:pt x="75902" y="89297"/>
                </a:cubicBezTo>
                <a:lnTo>
                  <a:pt x="49113" y="89297"/>
                </a:lnTo>
                <a:close/>
                <a:moveTo>
                  <a:pt x="88348" y="178594"/>
                </a:moveTo>
                <a:cubicBezTo>
                  <a:pt x="82042" y="178594"/>
                  <a:pt x="76126" y="181440"/>
                  <a:pt x="72219" y="186351"/>
                </a:cubicBezTo>
                <a:lnTo>
                  <a:pt x="38677" y="228265"/>
                </a:lnTo>
                <a:cubicBezTo>
                  <a:pt x="34044" y="234014"/>
                  <a:pt x="34993" y="242497"/>
                  <a:pt x="40742" y="247073"/>
                </a:cubicBezTo>
                <a:cubicBezTo>
                  <a:pt x="46490" y="251650"/>
                  <a:pt x="54973" y="250757"/>
                  <a:pt x="59550" y="244952"/>
                </a:cubicBezTo>
                <a:lnTo>
                  <a:pt x="85837" y="212136"/>
                </a:lnTo>
                <a:lnTo>
                  <a:pt x="94320" y="240432"/>
                </a:lnTo>
                <a:cubicBezTo>
                  <a:pt x="95994" y="246125"/>
                  <a:pt x="101240" y="249975"/>
                  <a:pt x="107156" y="249975"/>
                </a:cubicBezTo>
                <a:lnTo>
                  <a:pt x="165199" y="249975"/>
                </a:lnTo>
                <a:cubicBezTo>
                  <a:pt x="172622" y="249975"/>
                  <a:pt x="178594" y="244004"/>
                  <a:pt x="178594" y="236581"/>
                </a:cubicBezTo>
                <a:cubicBezTo>
                  <a:pt x="178594" y="229158"/>
                  <a:pt x="172622" y="223186"/>
                  <a:pt x="165199" y="223186"/>
                </a:cubicBezTo>
                <a:lnTo>
                  <a:pt x="117146" y="223186"/>
                </a:lnTo>
                <a:lnTo>
                  <a:pt x="108161" y="193272"/>
                </a:lnTo>
                <a:cubicBezTo>
                  <a:pt x="105538" y="184510"/>
                  <a:pt x="97501" y="178538"/>
                  <a:pt x="88348" y="17853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Text 8"/>
          <p:cNvSpPr/>
          <p:nvPr/>
        </p:nvSpPr>
        <p:spPr>
          <a:xfrm>
            <a:off x="2590800" y="2424113"/>
            <a:ext cx="8143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Definición Legal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90800" y="2919413"/>
            <a:ext cx="8096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"Esta Ley Orgánica regula la defensa nacional y establece las bases de la organización militar conforme a los principios establecidos en la Constitución."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23963" y="4152900"/>
            <a:ext cx="3114675" cy="2028825"/>
          </a:xfrm>
          <a:custGeom>
            <a:avLst/>
            <a:gdLst/>
            <a:ahLst/>
            <a:cxnLst/>
            <a:rect l="l" t="t" r="r" b="b"/>
            <a:pathLst>
              <a:path w="3114675" h="2028825">
                <a:moveTo>
                  <a:pt x="114304" y="0"/>
                </a:moveTo>
                <a:lnTo>
                  <a:pt x="3000371" y="0"/>
                </a:lnTo>
                <a:cubicBezTo>
                  <a:pt x="3063499" y="0"/>
                  <a:pt x="3114675" y="51176"/>
                  <a:pt x="3114675" y="114304"/>
                </a:cubicBezTo>
                <a:lnTo>
                  <a:pt x="3114675" y="1914521"/>
                </a:lnTo>
                <a:cubicBezTo>
                  <a:pt x="3114675" y="1977649"/>
                  <a:pt x="3063499" y="2028825"/>
                  <a:pt x="3000371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76500" y="43862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DFF00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38425" y="457676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409700" y="5148263"/>
            <a:ext cx="274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Regulación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9225" y="5491163"/>
            <a:ext cx="2724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Establece el marco normativo para la defensa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38663" y="4152900"/>
            <a:ext cx="3114675" cy="2028825"/>
          </a:xfrm>
          <a:custGeom>
            <a:avLst/>
            <a:gdLst/>
            <a:ahLst/>
            <a:cxnLst/>
            <a:rect l="l" t="t" r="r" b="b"/>
            <a:pathLst>
              <a:path w="3114675" h="2028825">
                <a:moveTo>
                  <a:pt x="114304" y="0"/>
                </a:moveTo>
                <a:lnTo>
                  <a:pt x="3000371" y="0"/>
                </a:lnTo>
                <a:cubicBezTo>
                  <a:pt x="3063499" y="0"/>
                  <a:pt x="3114675" y="51176"/>
                  <a:pt x="3114675" y="114304"/>
                </a:cubicBezTo>
                <a:lnTo>
                  <a:pt x="3114675" y="1914521"/>
                </a:lnTo>
                <a:cubicBezTo>
                  <a:pt x="3114675" y="1977649"/>
                  <a:pt x="3063499" y="2028825"/>
                  <a:pt x="3000371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91200" y="43862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DFF00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81700" y="45767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24400" y="5148263"/>
            <a:ext cx="274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Organización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33925" y="5491163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 la estructura militar del Estado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53362" y="4152900"/>
            <a:ext cx="3114675" cy="2028825"/>
          </a:xfrm>
          <a:custGeom>
            <a:avLst/>
            <a:gdLst/>
            <a:ahLst/>
            <a:cxnLst/>
            <a:rect l="l" t="t" r="r" b="b"/>
            <a:pathLst>
              <a:path w="3114675" h="2028825">
                <a:moveTo>
                  <a:pt x="114304" y="0"/>
                </a:moveTo>
                <a:lnTo>
                  <a:pt x="3000371" y="0"/>
                </a:lnTo>
                <a:cubicBezTo>
                  <a:pt x="3063499" y="0"/>
                  <a:pt x="3114675" y="51176"/>
                  <a:pt x="3114675" y="114304"/>
                </a:cubicBezTo>
                <a:lnTo>
                  <a:pt x="3114675" y="1914521"/>
                </a:lnTo>
                <a:cubicBezTo>
                  <a:pt x="3114675" y="1977649"/>
                  <a:pt x="3063499" y="2028825"/>
                  <a:pt x="3000371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05900" y="43862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DFF00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282113" y="457676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50006"/>
                </a:moveTo>
                <a:cubicBezTo>
                  <a:pt x="0" y="31477"/>
                  <a:pt x="14109" y="16252"/>
                  <a:pt x="32147" y="14466"/>
                </a:cubicBezTo>
                <a:lnTo>
                  <a:pt x="32147" y="14288"/>
                </a:lnTo>
                <a:lnTo>
                  <a:pt x="157163" y="14288"/>
                </a:lnTo>
                <a:cubicBezTo>
                  <a:pt x="180826" y="14288"/>
                  <a:pt x="200025" y="33486"/>
                  <a:pt x="200025" y="57150"/>
                </a:cubicBezTo>
                <a:lnTo>
                  <a:pt x="200025" y="135731"/>
                </a:lnTo>
                <a:lnTo>
                  <a:pt x="121444" y="135731"/>
                </a:lnTo>
                <a:cubicBezTo>
                  <a:pt x="103674" y="135731"/>
                  <a:pt x="89297" y="150108"/>
                  <a:pt x="89297" y="167878"/>
                </a:cubicBezTo>
                <a:lnTo>
                  <a:pt x="89297" y="194667"/>
                </a:lnTo>
                <a:cubicBezTo>
                  <a:pt x="89297" y="205517"/>
                  <a:pt x="80501" y="214313"/>
                  <a:pt x="69652" y="214313"/>
                </a:cubicBezTo>
                <a:cubicBezTo>
                  <a:pt x="58802" y="214313"/>
                  <a:pt x="50006" y="205517"/>
                  <a:pt x="50006" y="194667"/>
                </a:cubicBezTo>
                <a:lnTo>
                  <a:pt x="50006" y="92869"/>
                </a:lnTo>
                <a:lnTo>
                  <a:pt x="21431" y="92869"/>
                </a:lnTo>
                <a:cubicBezTo>
                  <a:pt x="9599" y="92869"/>
                  <a:pt x="0" y="83269"/>
                  <a:pt x="0" y="71438"/>
                </a:cubicBezTo>
                <a:lnTo>
                  <a:pt x="0" y="50006"/>
                </a:lnTo>
                <a:close/>
                <a:moveTo>
                  <a:pt x="105728" y="214313"/>
                </a:moveTo>
                <a:cubicBezTo>
                  <a:pt x="108898" y="208464"/>
                  <a:pt x="110728" y="201766"/>
                  <a:pt x="110728" y="194667"/>
                </a:cubicBezTo>
                <a:lnTo>
                  <a:pt x="110728" y="167878"/>
                </a:lnTo>
                <a:cubicBezTo>
                  <a:pt x="110728" y="161940"/>
                  <a:pt x="115506" y="157163"/>
                  <a:pt x="121444" y="157163"/>
                </a:cubicBezTo>
                <a:lnTo>
                  <a:pt x="232172" y="157163"/>
                </a:lnTo>
                <a:cubicBezTo>
                  <a:pt x="238110" y="157163"/>
                  <a:pt x="242888" y="161940"/>
                  <a:pt x="242888" y="167878"/>
                </a:cubicBezTo>
                <a:lnTo>
                  <a:pt x="242888" y="178594"/>
                </a:lnTo>
                <a:cubicBezTo>
                  <a:pt x="242888" y="198328"/>
                  <a:pt x="226903" y="214313"/>
                  <a:pt x="207169" y="214313"/>
                </a:cubicBezTo>
                <a:lnTo>
                  <a:pt x="105728" y="214313"/>
                </a:lnTo>
                <a:close/>
                <a:moveTo>
                  <a:pt x="35719" y="35719"/>
                </a:moveTo>
                <a:cubicBezTo>
                  <a:pt x="27816" y="35719"/>
                  <a:pt x="21431" y="42103"/>
                  <a:pt x="21431" y="50006"/>
                </a:cubicBezTo>
                <a:lnTo>
                  <a:pt x="21431" y="71438"/>
                </a:lnTo>
                <a:lnTo>
                  <a:pt x="50006" y="71438"/>
                </a:lnTo>
                <a:lnTo>
                  <a:pt x="50006" y="50006"/>
                </a:lnTo>
                <a:cubicBezTo>
                  <a:pt x="50006" y="42103"/>
                  <a:pt x="43622" y="35719"/>
                  <a:pt x="35719" y="35719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5" name="Text 23"/>
          <p:cNvSpPr/>
          <p:nvPr/>
        </p:nvSpPr>
        <p:spPr>
          <a:xfrm>
            <a:off x="8039100" y="5148263"/>
            <a:ext cx="274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Constitución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48625" y="5491163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Basada en principios constitucionales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4953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ARTÍCULO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4533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Finalidad de la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Política de Defensa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2324100"/>
            <a:ext cx="11410950" cy="1009650"/>
          </a:xfrm>
          <a:custGeom>
            <a:avLst/>
            <a:gdLst/>
            <a:ahLst/>
            <a:cxnLst/>
            <a:rect l="l" t="t" r="r" b="b"/>
            <a:pathLst>
              <a:path w="11410950" h="1009650">
                <a:moveTo>
                  <a:pt x="0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895348"/>
                </a:lnTo>
                <a:cubicBezTo>
                  <a:pt x="11410950" y="958475"/>
                  <a:pt x="11359775" y="1009650"/>
                  <a:pt x="11296648" y="1009650"/>
                </a:cubicBez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23241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7"/>
          <p:cNvSpPr/>
          <p:nvPr/>
        </p:nvSpPr>
        <p:spPr>
          <a:xfrm>
            <a:off x="647700" y="25527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Text 8"/>
          <p:cNvSpPr/>
          <p:nvPr/>
        </p:nvSpPr>
        <p:spPr>
          <a:xfrm>
            <a:off x="1119188" y="2514600"/>
            <a:ext cx="9286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Protección de la Sociedad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9188" y="2895600"/>
            <a:ext cx="9248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del conjunto de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sociedad española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su Constitución, valores superiores, principios e instituciones consagradas en ella.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3490913"/>
            <a:ext cx="5629275" cy="1381125"/>
          </a:xfrm>
          <a:custGeom>
            <a:avLst/>
            <a:gdLst/>
            <a:ahLst/>
            <a:cxnLst/>
            <a:rect l="l" t="t" r="r" b="b"/>
            <a:pathLst>
              <a:path w="5629275" h="1381125">
                <a:moveTo>
                  <a:pt x="114302" y="0"/>
                </a:moveTo>
                <a:lnTo>
                  <a:pt x="5514973" y="0"/>
                </a:lnTo>
                <a:cubicBezTo>
                  <a:pt x="5578100" y="0"/>
                  <a:pt x="5629275" y="51175"/>
                  <a:pt x="5629275" y="114302"/>
                </a:cubicBezTo>
                <a:lnTo>
                  <a:pt x="5629275" y="1266823"/>
                </a:lnTo>
                <a:cubicBezTo>
                  <a:pt x="5629275" y="1329950"/>
                  <a:pt x="5578100" y="1381125"/>
                  <a:pt x="55149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025" y="3686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38163" y="36861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6325" y="3743325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Estado de Derecho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1025" y="418147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Defensa del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 social y democrático de derecho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el pleno ejercicio de derechos y libertades.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6963" y="3490913"/>
            <a:ext cx="5629275" cy="1381125"/>
          </a:xfrm>
          <a:custGeom>
            <a:avLst/>
            <a:gdLst/>
            <a:ahLst/>
            <a:cxnLst/>
            <a:rect l="l" t="t" r="r" b="b"/>
            <a:pathLst>
              <a:path w="5629275" h="1381125">
                <a:moveTo>
                  <a:pt x="114302" y="0"/>
                </a:moveTo>
                <a:lnTo>
                  <a:pt x="5514973" y="0"/>
                </a:lnTo>
                <a:cubicBezTo>
                  <a:pt x="5578100" y="0"/>
                  <a:pt x="5629275" y="51175"/>
                  <a:pt x="5629275" y="114302"/>
                </a:cubicBezTo>
                <a:lnTo>
                  <a:pt x="5629275" y="1266823"/>
                </a:lnTo>
                <a:cubicBezTo>
                  <a:pt x="5629275" y="1329950"/>
                  <a:pt x="5578100" y="1381125"/>
                  <a:pt x="55149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2225" y="3686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29363" y="36861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67525" y="3743325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Integridad Territorial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2225" y="4181475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Garantía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independencia e integridad territorial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España.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5033963"/>
            <a:ext cx="11420475" cy="1019175"/>
          </a:xfrm>
          <a:custGeom>
            <a:avLst/>
            <a:gdLst/>
            <a:ahLst/>
            <a:cxnLst/>
            <a:rect l="l" t="t" r="r" b="b"/>
            <a:pathLst>
              <a:path w="11420475" h="1019175">
                <a:moveTo>
                  <a:pt x="114300" y="0"/>
                </a:moveTo>
                <a:lnTo>
                  <a:pt x="11306175" y="0"/>
                </a:lnTo>
                <a:cubicBezTo>
                  <a:pt x="11369301" y="0"/>
                  <a:pt x="11420475" y="51174"/>
                  <a:pt x="11420475" y="114300"/>
                </a:cubicBezTo>
                <a:lnTo>
                  <a:pt x="11420475" y="904875"/>
                </a:lnTo>
                <a:cubicBezTo>
                  <a:pt x="11420475" y="968001"/>
                  <a:pt x="11369301" y="1019175"/>
                  <a:pt x="11306175" y="1019175"/>
                </a:cubicBezTo>
                <a:lnTo>
                  <a:pt x="114300" y="1019175"/>
                </a:lnTo>
                <a:cubicBezTo>
                  <a:pt x="51174" y="1019175"/>
                  <a:pt x="0" y="968001"/>
                  <a:pt x="0" y="9048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266" y="52673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29691"/>
                </a:moveTo>
                <a:lnTo>
                  <a:pt x="84999" y="102022"/>
                </a:lnTo>
                <a:cubicBezTo>
                  <a:pt x="82432" y="104868"/>
                  <a:pt x="82544" y="109277"/>
                  <a:pt x="85279" y="112012"/>
                </a:cubicBezTo>
                <a:cubicBezTo>
                  <a:pt x="102301" y="129034"/>
                  <a:pt x="129927" y="129034"/>
                  <a:pt x="146949" y="112012"/>
                </a:cubicBezTo>
                <a:lnTo>
                  <a:pt x="164697" y="94264"/>
                </a:lnTo>
                <a:cubicBezTo>
                  <a:pt x="167041" y="91920"/>
                  <a:pt x="169999" y="90636"/>
                  <a:pt x="173013" y="90413"/>
                </a:cubicBezTo>
                <a:cubicBezTo>
                  <a:pt x="176808" y="90078"/>
                  <a:pt x="180715" y="91362"/>
                  <a:pt x="183617" y="94264"/>
                </a:cubicBezTo>
                <a:lnTo>
                  <a:pt x="282178" y="191988"/>
                </a:lnTo>
                <a:lnTo>
                  <a:pt x="321469" y="160734"/>
                </a:lnTo>
                <a:lnTo>
                  <a:pt x="321469" y="0"/>
                </a:lnTo>
                <a:lnTo>
                  <a:pt x="258961" y="35719"/>
                </a:lnTo>
                <a:lnTo>
                  <a:pt x="245678" y="26845"/>
                </a:lnTo>
                <a:cubicBezTo>
                  <a:pt x="236860" y="20985"/>
                  <a:pt x="226535" y="17859"/>
                  <a:pt x="215931" y="17859"/>
                </a:cubicBezTo>
                <a:lnTo>
                  <a:pt x="176640" y="17859"/>
                </a:lnTo>
                <a:cubicBezTo>
                  <a:pt x="176026" y="17859"/>
                  <a:pt x="175357" y="17859"/>
                  <a:pt x="174743" y="17915"/>
                </a:cubicBezTo>
                <a:cubicBezTo>
                  <a:pt x="165311" y="18417"/>
                  <a:pt x="156437" y="22659"/>
                  <a:pt x="150075" y="29691"/>
                </a:cubicBezTo>
                <a:close/>
                <a:moveTo>
                  <a:pt x="65075" y="84106"/>
                </a:moveTo>
                <a:lnTo>
                  <a:pt x="124681" y="17859"/>
                </a:lnTo>
                <a:lnTo>
                  <a:pt x="102580" y="17859"/>
                </a:lnTo>
                <a:cubicBezTo>
                  <a:pt x="88348" y="17859"/>
                  <a:pt x="74730" y="23496"/>
                  <a:pt x="64684" y="33542"/>
                </a:cubicBezTo>
                <a:lnTo>
                  <a:pt x="0" y="107156"/>
                </a:lnTo>
                <a:lnTo>
                  <a:pt x="0" y="303609"/>
                </a:lnTo>
                <a:lnTo>
                  <a:pt x="80367" y="227707"/>
                </a:lnTo>
                <a:lnTo>
                  <a:pt x="87288" y="233456"/>
                </a:lnTo>
                <a:cubicBezTo>
                  <a:pt x="100124" y="244171"/>
                  <a:pt x="116309" y="250031"/>
                  <a:pt x="132997" y="250031"/>
                </a:cubicBezTo>
                <a:lnTo>
                  <a:pt x="141759" y="250031"/>
                </a:lnTo>
                <a:lnTo>
                  <a:pt x="137852" y="246125"/>
                </a:lnTo>
                <a:cubicBezTo>
                  <a:pt x="132606" y="240878"/>
                  <a:pt x="132606" y="232395"/>
                  <a:pt x="137852" y="227205"/>
                </a:cubicBezTo>
                <a:cubicBezTo>
                  <a:pt x="143098" y="222014"/>
                  <a:pt x="151581" y="221959"/>
                  <a:pt x="156772" y="227205"/>
                </a:cubicBezTo>
                <a:lnTo>
                  <a:pt x="179654" y="250087"/>
                </a:lnTo>
                <a:lnTo>
                  <a:pt x="184677" y="250087"/>
                </a:lnTo>
                <a:cubicBezTo>
                  <a:pt x="195337" y="250087"/>
                  <a:pt x="205773" y="247687"/>
                  <a:pt x="215261" y="243222"/>
                </a:cubicBezTo>
                <a:lnTo>
                  <a:pt x="200360" y="228265"/>
                </a:lnTo>
                <a:cubicBezTo>
                  <a:pt x="195114" y="223019"/>
                  <a:pt x="195114" y="214536"/>
                  <a:pt x="200360" y="209345"/>
                </a:cubicBezTo>
                <a:cubicBezTo>
                  <a:pt x="205606" y="204155"/>
                  <a:pt x="214089" y="204099"/>
                  <a:pt x="219280" y="209345"/>
                </a:cubicBezTo>
                <a:lnTo>
                  <a:pt x="237139" y="227205"/>
                </a:lnTo>
                <a:lnTo>
                  <a:pt x="246906" y="217438"/>
                </a:lnTo>
                <a:cubicBezTo>
                  <a:pt x="251873" y="212471"/>
                  <a:pt x="253324" y="205271"/>
                  <a:pt x="251147" y="198965"/>
                </a:cubicBezTo>
                <a:lnTo>
                  <a:pt x="174185" y="122616"/>
                </a:lnTo>
                <a:lnTo>
                  <a:pt x="165869" y="130932"/>
                </a:lnTo>
                <a:cubicBezTo>
                  <a:pt x="138354" y="158446"/>
                  <a:pt x="93818" y="158446"/>
                  <a:pt x="66303" y="130932"/>
                </a:cubicBezTo>
                <a:cubicBezTo>
                  <a:pt x="53467" y="118095"/>
                  <a:pt x="52964" y="97501"/>
                  <a:pt x="65075" y="84051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4" name="Text 22"/>
          <p:cNvSpPr/>
          <p:nvPr/>
        </p:nvSpPr>
        <p:spPr>
          <a:xfrm>
            <a:off x="1090613" y="5229225"/>
            <a:ext cx="969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Compromiso Internacional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0613" y="5610225"/>
            <a:ext cx="9658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Contribución a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preservación de la paz y seguridad internacionales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en el marco de los compromisos contraídos por el Reino de España.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4953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TÍTULO 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4514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Atribuciones de los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Poderes del Estado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2328863"/>
            <a:ext cx="3676650" cy="4143375"/>
          </a:xfrm>
          <a:custGeom>
            <a:avLst/>
            <a:gdLst/>
            <a:ahLst/>
            <a:cxnLst/>
            <a:rect l="l" t="t" r="r" b="b"/>
            <a:pathLst>
              <a:path w="3676650" h="41433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029068"/>
                </a:lnTo>
                <a:cubicBezTo>
                  <a:pt x="3676650" y="4092198"/>
                  <a:pt x="3625473" y="4143375"/>
                  <a:pt x="3562343" y="4143375"/>
                </a:cubicBezTo>
                <a:lnTo>
                  <a:pt x="114307" y="4143375"/>
                </a:lnTo>
                <a:cubicBezTo>
                  <a:pt x="51177" y="4143375"/>
                  <a:pt x="0" y="4092198"/>
                  <a:pt x="0" y="40290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025" y="2524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7"/>
          <p:cNvSpPr/>
          <p:nvPr/>
        </p:nvSpPr>
        <p:spPr>
          <a:xfrm>
            <a:off x="719138" y="26765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2638425"/>
            <a:ext cx="124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Corona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025" y="3209925"/>
            <a:ext cx="3362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Art. 3: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Corresponde al Rey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mando supremo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las Fuerzas Armadas y las demás funciones que en materia de defensa le confiere la Constitución.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5857875"/>
            <a:ext cx="3286125" cy="419100"/>
          </a:xfrm>
          <a:custGeom>
            <a:avLst/>
            <a:gdLst/>
            <a:ahLst/>
            <a:cxnLst/>
            <a:rect l="l" t="t" r="r" b="b"/>
            <a:pathLst>
              <a:path w="3286125" h="419100">
                <a:moveTo>
                  <a:pt x="76201" y="0"/>
                </a:moveTo>
                <a:lnTo>
                  <a:pt x="3209924" y="0"/>
                </a:lnTo>
                <a:cubicBezTo>
                  <a:pt x="3252009" y="0"/>
                  <a:pt x="3286125" y="34116"/>
                  <a:pt x="3286125" y="76201"/>
                </a:cubicBezTo>
                <a:lnTo>
                  <a:pt x="3286125" y="342899"/>
                </a:lnTo>
                <a:cubicBezTo>
                  <a:pt x="3286125" y="384984"/>
                  <a:pt x="3252009" y="419100"/>
                  <a:pt x="32099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95325" y="59721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Jefe de Estado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9163" y="2328863"/>
            <a:ext cx="3676650" cy="4143375"/>
          </a:xfrm>
          <a:custGeom>
            <a:avLst/>
            <a:gdLst/>
            <a:ahLst/>
            <a:cxnLst/>
            <a:rect l="l" t="t" r="r" b="b"/>
            <a:pathLst>
              <a:path w="3676650" h="41433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029068"/>
                </a:lnTo>
                <a:cubicBezTo>
                  <a:pt x="3676650" y="4092198"/>
                  <a:pt x="3625473" y="4143375"/>
                  <a:pt x="3562343" y="4143375"/>
                </a:cubicBezTo>
                <a:lnTo>
                  <a:pt x="114307" y="4143375"/>
                </a:lnTo>
                <a:cubicBezTo>
                  <a:pt x="51177" y="4143375"/>
                  <a:pt x="0" y="4092198"/>
                  <a:pt x="0" y="40290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54426" y="2524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06826" y="2676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6576" y="2277"/>
                </a:moveTo>
                <a:cubicBezTo>
                  <a:pt x="111264" y="-759"/>
                  <a:pt x="117336" y="-759"/>
                  <a:pt x="122024" y="2277"/>
                </a:cubicBezTo>
                <a:lnTo>
                  <a:pt x="222037" y="66571"/>
                </a:lnTo>
                <a:cubicBezTo>
                  <a:pt x="227350" y="70009"/>
                  <a:pt x="229806" y="76527"/>
                  <a:pt x="228020" y="82600"/>
                </a:cubicBezTo>
                <a:cubicBezTo>
                  <a:pt x="226234" y="88672"/>
                  <a:pt x="220653" y="92869"/>
                  <a:pt x="214313" y="92869"/>
                </a:cubicBezTo>
                <a:lnTo>
                  <a:pt x="200025" y="92869"/>
                </a:lnTo>
                <a:lnTo>
                  <a:pt x="200025" y="185738"/>
                </a:lnTo>
                <a:lnTo>
                  <a:pt x="222885" y="202883"/>
                </a:lnTo>
                <a:cubicBezTo>
                  <a:pt x="226502" y="205561"/>
                  <a:pt x="228600" y="209803"/>
                  <a:pt x="228600" y="214313"/>
                </a:cubicBezTo>
                <a:cubicBezTo>
                  <a:pt x="228600" y="222215"/>
                  <a:pt x="222215" y="228600"/>
                  <a:pt x="214313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ubicBezTo>
                  <a:pt x="0" y="209803"/>
                  <a:pt x="2098" y="205561"/>
                  <a:pt x="5715" y="202883"/>
                </a:cubicBezTo>
                <a:lnTo>
                  <a:pt x="28575" y="185738"/>
                </a:lnTo>
                <a:lnTo>
                  <a:pt x="28575" y="185738"/>
                </a:lnTo>
                <a:lnTo>
                  <a:pt x="28575" y="92869"/>
                </a:lnTo>
                <a:lnTo>
                  <a:pt x="14288" y="92869"/>
                </a:lnTo>
                <a:cubicBezTo>
                  <a:pt x="7947" y="92869"/>
                  <a:pt x="2366" y="88672"/>
                  <a:pt x="580" y="82600"/>
                </a:cubicBezTo>
                <a:cubicBezTo>
                  <a:pt x="-1206" y="76527"/>
                  <a:pt x="1250" y="69964"/>
                  <a:pt x="6563" y="66571"/>
                </a:cubicBezTo>
                <a:lnTo>
                  <a:pt x="106576" y="2277"/>
                </a:lnTo>
                <a:close/>
                <a:moveTo>
                  <a:pt x="150019" y="92869"/>
                </a:moveTo>
                <a:lnTo>
                  <a:pt x="150019" y="185738"/>
                </a:lnTo>
                <a:lnTo>
                  <a:pt x="178594" y="185738"/>
                </a:lnTo>
                <a:lnTo>
                  <a:pt x="178594" y="92869"/>
                </a:lnTo>
                <a:lnTo>
                  <a:pt x="150019" y="92869"/>
                </a:lnTo>
                <a:close/>
                <a:moveTo>
                  <a:pt x="100013" y="185738"/>
                </a:moveTo>
                <a:lnTo>
                  <a:pt x="128588" y="185738"/>
                </a:lnTo>
                <a:lnTo>
                  <a:pt x="128588" y="92869"/>
                </a:lnTo>
                <a:lnTo>
                  <a:pt x="100013" y="92869"/>
                </a:lnTo>
                <a:lnTo>
                  <a:pt x="100013" y="185738"/>
                </a:lnTo>
                <a:close/>
                <a:moveTo>
                  <a:pt x="50006" y="92869"/>
                </a:moveTo>
                <a:lnTo>
                  <a:pt x="50006" y="185738"/>
                </a:lnTo>
                <a:lnTo>
                  <a:pt x="78581" y="185738"/>
                </a:lnTo>
                <a:lnTo>
                  <a:pt x="78581" y="92869"/>
                </a:lnTo>
                <a:lnTo>
                  <a:pt x="50006" y="92869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102126" y="2638425"/>
            <a:ext cx="2028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Cortes Generales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54426" y="3724275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Art. 4: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Autorización de tratados internacionales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54426" y="4048125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Aprobación de leyes de defensa y presupuestos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54426" y="4619625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Debate de líneas generales de política de defensa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54426" y="5191125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la acción del Gobierno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54426" y="5534025"/>
            <a:ext cx="2784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Autorización de misiones en el exterior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2713" y="2328863"/>
            <a:ext cx="3676650" cy="4143375"/>
          </a:xfrm>
          <a:custGeom>
            <a:avLst/>
            <a:gdLst/>
            <a:ahLst/>
            <a:cxnLst/>
            <a:rect l="l" t="t" r="r" b="b"/>
            <a:pathLst>
              <a:path w="3676650" h="41433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029068"/>
                </a:lnTo>
                <a:cubicBezTo>
                  <a:pt x="3676650" y="4092198"/>
                  <a:pt x="3625473" y="4143375"/>
                  <a:pt x="3562343" y="4143375"/>
                </a:cubicBezTo>
                <a:lnTo>
                  <a:pt x="114307" y="4143375"/>
                </a:lnTo>
                <a:cubicBezTo>
                  <a:pt x="51177" y="4143375"/>
                  <a:pt x="0" y="4092198"/>
                  <a:pt x="0" y="40290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7975" y="2524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480375" y="2676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1399" y="9019"/>
                </a:moveTo>
                <a:cubicBezTo>
                  <a:pt x="117024" y="6519"/>
                  <a:pt x="111621" y="6519"/>
                  <a:pt x="107201" y="9019"/>
                </a:cubicBezTo>
                <a:lnTo>
                  <a:pt x="7188" y="66169"/>
                </a:lnTo>
                <a:cubicBezTo>
                  <a:pt x="1563" y="69384"/>
                  <a:pt x="-1206" y="75992"/>
                  <a:pt x="446" y="82242"/>
                </a:cubicBezTo>
                <a:cubicBezTo>
                  <a:pt x="2098" y="88493"/>
                  <a:pt x="7813" y="92869"/>
                  <a:pt x="14288" y="92869"/>
                </a:cubicBezTo>
                <a:lnTo>
                  <a:pt x="28575" y="92869"/>
                </a:lnTo>
                <a:lnTo>
                  <a:pt x="28575" y="185738"/>
                </a:lnTo>
                <a:lnTo>
                  <a:pt x="28575" y="185738"/>
                </a:lnTo>
                <a:lnTo>
                  <a:pt x="5715" y="202883"/>
                </a:lnTo>
                <a:cubicBezTo>
                  <a:pt x="2098" y="205561"/>
                  <a:pt x="0" y="209803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9803"/>
                  <a:pt x="226502" y="205561"/>
                  <a:pt x="222885" y="202883"/>
                </a:cubicBezTo>
                <a:lnTo>
                  <a:pt x="200025" y="185738"/>
                </a:lnTo>
                <a:lnTo>
                  <a:pt x="200025" y="92869"/>
                </a:lnTo>
                <a:lnTo>
                  <a:pt x="214313" y="92869"/>
                </a:lnTo>
                <a:cubicBezTo>
                  <a:pt x="220787" y="92869"/>
                  <a:pt x="226457" y="88493"/>
                  <a:pt x="228109" y="82242"/>
                </a:cubicBezTo>
                <a:cubicBezTo>
                  <a:pt x="229761" y="75992"/>
                  <a:pt x="226993" y="69384"/>
                  <a:pt x="221367" y="66169"/>
                </a:cubicBezTo>
                <a:lnTo>
                  <a:pt x="121354" y="9019"/>
                </a:lnTo>
                <a:close/>
                <a:moveTo>
                  <a:pt x="178594" y="92869"/>
                </a:moveTo>
                <a:lnTo>
                  <a:pt x="178594" y="185738"/>
                </a:lnTo>
                <a:lnTo>
                  <a:pt x="150019" y="185738"/>
                </a:lnTo>
                <a:lnTo>
                  <a:pt x="150019" y="92869"/>
                </a:lnTo>
                <a:lnTo>
                  <a:pt x="178594" y="92869"/>
                </a:lnTo>
                <a:close/>
                <a:moveTo>
                  <a:pt x="128588" y="92869"/>
                </a:moveTo>
                <a:lnTo>
                  <a:pt x="128588" y="185738"/>
                </a:lnTo>
                <a:lnTo>
                  <a:pt x="100013" y="185738"/>
                </a:lnTo>
                <a:lnTo>
                  <a:pt x="100013" y="92869"/>
                </a:lnTo>
                <a:lnTo>
                  <a:pt x="128588" y="92869"/>
                </a:lnTo>
                <a:close/>
                <a:moveTo>
                  <a:pt x="78581" y="92869"/>
                </a:moveTo>
                <a:lnTo>
                  <a:pt x="78581" y="185738"/>
                </a:lnTo>
                <a:lnTo>
                  <a:pt x="50006" y="185738"/>
                </a:lnTo>
                <a:lnTo>
                  <a:pt x="50006" y="92869"/>
                </a:lnTo>
                <a:lnTo>
                  <a:pt x="78581" y="92869"/>
                </a:lnTo>
                <a:close/>
                <a:moveTo>
                  <a:pt x="114300" y="42863"/>
                </a:moveTo>
                <a:cubicBezTo>
                  <a:pt x="122185" y="42863"/>
                  <a:pt x="128588" y="49265"/>
                  <a:pt x="128588" y="57150"/>
                </a:cubicBezTo>
                <a:cubicBezTo>
                  <a:pt x="128588" y="65035"/>
                  <a:pt x="122185" y="71438"/>
                  <a:pt x="114300" y="71438"/>
                </a:cubicBezTo>
                <a:cubicBezTo>
                  <a:pt x="106415" y="71438"/>
                  <a:pt x="100013" y="65035"/>
                  <a:pt x="100013" y="57150"/>
                </a:cubicBezTo>
                <a:cubicBezTo>
                  <a:pt x="100013" y="49265"/>
                  <a:pt x="106415" y="42863"/>
                  <a:pt x="114300" y="42863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975675" y="2638425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Gobierno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7975" y="3209925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Art. 5: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Determinar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 de defensa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27975" y="3533775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Asegurar su ejecución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7975" y="3857625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Dirigir la Administración militar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27975" y="4181475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Acordar participación en misiones internacionales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27975" y="5857875"/>
            <a:ext cx="3286125" cy="419100"/>
          </a:xfrm>
          <a:custGeom>
            <a:avLst/>
            <a:gdLst/>
            <a:ahLst/>
            <a:cxnLst/>
            <a:rect l="l" t="t" r="r" b="b"/>
            <a:pathLst>
              <a:path w="3286125" h="419100">
                <a:moveTo>
                  <a:pt x="76201" y="0"/>
                </a:moveTo>
                <a:lnTo>
                  <a:pt x="3209924" y="0"/>
                </a:lnTo>
                <a:cubicBezTo>
                  <a:pt x="3252009" y="0"/>
                  <a:pt x="3286125" y="34116"/>
                  <a:pt x="3286125" y="76201"/>
                </a:cubicBezTo>
                <a:lnTo>
                  <a:pt x="3286125" y="342899"/>
                </a:lnTo>
                <a:cubicBezTo>
                  <a:pt x="3286125" y="384984"/>
                  <a:pt x="3252009" y="419100"/>
                  <a:pt x="32099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442275" y="59721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Poder Ejecutivo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4953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ARTÍCULOS 6 Y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5619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Presidente del Gobierno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y Ministro de Defensa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0525" y="2333625"/>
            <a:ext cx="5581650" cy="4343400"/>
          </a:xfrm>
          <a:custGeom>
            <a:avLst/>
            <a:gdLst/>
            <a:ahLst/>
            <a:cxnLst/>
            <a:rect l="l" t="t" r="r" b="b"/>
            <a:pathLst>
              <a:path w="5581650" h="4343400">
                <a:moveTo>
                  <a:pt x="114318" y="0"/>
                </a:moveTo>
                <a:lnTo>
                  <a:pt x="5467332" y="0"/>
                </a:lnTo>
                <a:cubicBezTo>
                  <a:pt x="5530468" y="0"/>
                  <a:pt x="5581650" y="51182"/>
                  <a:pt x="5581650" y="114318"/>
                </a:cubicBezTo>
                <a:lnTo>
                  <a:pt x="5581650" y="4229082"/>
                </a:lnTo>
                <a:cubicBezTo>
                  <a:pt x="5581650" y="4292218"/>
                  <a:pt x="5530468" y="4343400"/>
                  <a:pt x="5467332" y="4343400"/>
                </a:cubicBezTo>
                <a:lnTo>
                  <a:pt x="114318" y="4343400"/>
                </a:lnTo>
                <a:cubicBezTo>
                  <a:pt x="51182" y="4343400"/>
                  <a:pt x="0" y="4292218"/>
                  <a:pt x="0" y="4229082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" y="2571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7"/>
          <p:cNvSpPr/>
          <p:nvPr/>
        </p:nvSpPr>
        <p:spPr>
          <a:xfrm>
            <a:off x="833438" y="27622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390650" y="2705100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Presidente del Gobierno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3371850"/>
            <a:ext cx="5105400" cy="800100"/>
          </a:xfrm>
          <a:custGeom>
            <a:avLst/>
            <a:gdLst/>
            <a:ahLst/>
            <a:cxnLst/>
            <a:rect l="l" t="t" r="r" b="b"/>
            <a:pathLst>
              <a:path w="5105400" h="800100">
                <a:moveTo>
                  <a:pt x="76202" y="0"/>
                </a:moveTo>
                <a:lnTo>
                  <a:pt x="5029198" y="0"/>
                </a:lnTo>
                <a:cubicBezTo>
                  <a:pt x="5071283" y="0"/>
                  <a:pt x="5105400" y="34117"/>
                  <a:pt x="5105400" y="76202"/>
                </a:cubicBezTo>
                <a:lnTo>
                  <a:pt x="5105400" y="723898"/>
                </a:lnTo>
                <a:cubicBezTo>
                  <a:pt x="5105400" y="765983"/>
                  <a:pt x="5071283" y="800100"/>
                  <a:pt x="50291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5578" y="35623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-10716"/>
                </a:moveTo>
                <a:cubicBezTo>
                  <a:pt x="80936" y="-10716"/>
                  <a:pt x="85725" y="-5927"/>
                  <a:pt x="85725" y="0"/>
                </a:cubicBezTo>
                <a:lnTo>
                  <a:pt x="85725" y="10716"/>
                </a:ln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cubicBezTo>
                  <a:pt x="107156" y="27358"/>
                  <a:pt x="102368" y="32147"/>
                  <a:pt x="96441" y="32147"/>
                </a:cubicBezTo>
                <a:lnTo>
                  <a:pt x="85725" y="32147"/>
                </a:lnTo>
                <a:lnTo>
                  <a:pt x="85725" y="53578"/>
                </a:lnTo>
                <a:lnTo>
                  <a:pt x="137227" y="53578"/>
                </a:lnTo>
                <a:cubicBezTo>
                  <a:pt x="144293" y="53578"/>
                  <a:pt x="150019" y="59304"/>
                  <a:pt x="150019" y="66370"/>
                </a:cubicBezTo>
                <a:cubicBezTo>
                  <a:pt x="150019" y="68513"/>
                  <a:pt x="149483" y="70623"/>
                  <a:pt x="148445" y="72498"/>
                </a:cubicBezTo>
                <a:lnTo>
                  <a:pt x="117872" y="128588"/>
                </a:lnTo>
                <a:lnTo>
                  <a:pt x="136691" y="152128"/>
                </a:lnTo>
                <a:cubicBezTo>
                  <a:pt x="138366" y="154238"/>
                  <a:pt x="139303" y="156850"/>
                  <a:pt x="139303" y="159562"/>
                </a:cubicBezTo>
                <a:cubicBezTo>
                  <a:pt x="139303" y="166126"/>
                  <a:pt x="133979" y="171450"/>
                  <a:pt x="127415" y="171450"/>
                </a:cubicBezTo>
                <a:lnTo>
                  <a:pt x="22603" y="171450"/>
                </a:lnTo>
                <a:cubicBezTo>
                  <a:pt x="16040" y="171450"/>
                  <a:pt x="10716" y="166126"/>
                  <a:pt x="10716" y="159562"/>
                </a:cubicBezTo>
                <a:cubicBezTo>
                  <a:pt x="10716" y="156850"/>
                  <a:pt x="11620" y="154238"/>
                  <a:pt x="13328" y="152128"/>
                </a:cubicBezTo>
                <a:lnTo>
                  <a:pt x="32147" y="128588"/>
                </a:lnTo>
                <a:lnTo>
                  <a:pt x="1574" y="72531"/>
                </a:lnTo>
                <a:cubicBezTo>
                  <a:pt x="536" y="70623"/>
                  <a:pt x="0" y="68513"/>
                  <a:pt x="0" y="66370"/>
                </a:cubicBezTo>
                <a:cubicBezTo>
                  <a:pt x="0" y="59304"/>
                  <a:pt x="5726" y="53578"/>
                  <a:pt x="12792" y="53578"/>
                </a:cubicBezTo>
                <a:lnTo>
                  <a:pt x="64294" y="53578"/>
                </a:lnTo>
                <a:lnTo>
                  <a:pt x="64294" y="32147"/>
                </a:lnTo>
                <a:lnTo>
                  <a:pt x="53578" y="32147"/>
                </a:lnTo>
                <a:cubicBezTo>
                  <a:pt x="47651" y="32147"/>
                  <a:pt x="42863" y="27358"/>
                  <a:pt x="42863" y="21431"/>
                </a:cubicBezTo>
                <a:cubicBezTo>
                  <a:pt x="42863" y="15504"/>
                  <a:pt x="47651" y="10716"/>
                  <a:pt x="53578" y="10716"/>
                </a:cubicBezTo>
                <a:lnTo>
                  <a:pt x="64294" y="10716"/>
                </a:lnTo>
                <a:lnTo>
                  <a:pt x="64294" y="0"/>
                </a:lnTo>
                <a:cubicBezTo>
                  <a:pt x="64294" y="-5927"/>
                  <a:pt x="69082" y="-10716"/>
                  <a:pt x="75009" y="-10716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09663" y="3524250"/>
            <a:ext cx="455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Dirección de la política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defensa y determinación de objetivos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8650" y="4286250"/>
            <a:ext cx="5105400" cy="552450"/>
          </a:xfrm>
          <a:custGeom>
            <a:avLst/>
            <a:gdLst/>
            <a:ahLst/>
            <a:cxnLst/>
            <a:rect l="l" t="t" r="r" b="b"/>
            <a:pathLst>
              <a:path w="5105400" h="552450">
                <a:moveTo>
                  <a:pt x="76199" y="0"/>
                </a:moveTo>
                <a:lnTo>
                  <a:pt x="5029201" y="0"/>
                </a:lnTo>
                <a:cubicBezTo>
                  <a:pt x="5071284" y="0"/>
                  <a:pt x="5105400" y="34116"/>
                  <a:pt x="5105400" y="76199"/>
                </a:cubicBezTo>
                <a:lnTo>
                  <a:pt x="5105400" y="476251"/>
                </a:lnTo>
                <a:cubicBezTo>
                  <a:pt x="5105400" y="518334"/>
                  <a:pt x="5071284" y="552450"/>
                  <a:pt x="5029201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4863" y="44767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09663" y="4438650"/>
            <a:ext cx="403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de situaciones de crisis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afecten a la defensa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650" y="4953000"/>
            <a:ext cx="5105400" cy="552450"/>
          </a:xfrm>
          <a:custGeom>
            <a:avLst/>
            <a:gdLst/>
            <a:ahLst/>
            <a:cxnLst/>
            <a:rect l="l" t="t" r="r" b="b"/>
            <a:pathLst>
              <a:path w="5105400" h="552450">
                <a:moveTo>
                  <a:pt x="76199" y="0"/>
                </a:moveTo>
                <a:lnTo>
                  <a:pt x="5029201" y="0"/>
                </a:lnTo>
                <a:cubicBezTo>
                  <a:pt x="5071284" y="0"/>
                  <a:pt x="5105400" y="34116"/>
                  <a:pt x="5105400" y="76199"/>
                </a:cubicBezTo>
                <a:lnTo>
                  <a:pt x="5105400" y="476251"/>
                </a:lnTo>
                <a:cubicBezTo>
                  <a:pt x="5105400" y="518334"/>
                  <a:pt x="5071284" y="552450"/>
                  <a:pt x="5029201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4147" y="51435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-5358"/>
                </a:moveTo>
                <a:cubicBezTo>
                  <a:pt x="102368" y="-5358"/>
                  <a:pt x="107156" y="-569"/>
                  <a:pt x="107156" y="5358"/>
                </a:cubicBezTo>
                <a:lnTo>
                  <a:pt x="107156" y="11486"/>
                </a:lnTo>
                <a:cubicBezTo>
                  <a:pt x="140006" y="16174"/>
                  <a:pt x="165992" y="42159"/>
                  <a:pt x="170680" y="75009"/>
                </a:cubicBezTo>
                <a:lnTo>
                  <a:pt x="176808" y="75009"/>
                </a:lnTo>
                <a:cubicBezTo>
                  <a:pt x="182735" y="75009"/>
                  <a:pt x="187523" y="79798"/>
                  <a:pt x="187523" y="85725"/>
                </a:cubicBezTo>
                <a:cubicBezTo>
                  <a:pt x="187523" y="91652"/>
                  <a:pt x="182735" y="96441"/>
                  <a:pt x="176808" y="96441"/>
                </a:cubicBezTo>
                <a:lnTo>
                  <a:pt x="170680" y="96441"/>
                </a:lnTo>
                <a:cubicBezTo>
                  <a:pt x="165992" y="129291"/>
                  <a:pt x="140006" y="155276"/>
                  <a:pt x="107156" y="159964"/>
                </a:cubicBezTo>
                <a:lnTo>
                  <a:pt x="107156" y="166092"/>
                </a:lnTo>
                <a:cubicBezTo>
                  <a:pt x="107156" y="172019"/>
                  <a:pt x="102368" y="176808"/>
                  <a:pt x="96441" y="176808"/>
                </a:cubicBezTo>
                <a:cubicBezTo>
                  <a:pt x="90514" y="176808"/>
                  <a:pt x="85725" y="172019"/>
                  <a:pt x="85725" y="166092"/>
                </a:cubicBezTo>
                <a:lnTo>
                  <a:pt x="85725" y="159964"/>
                </a:lnTo>
                <a:cubicBezTo>
                  <a:pt x="52875" y="155276"/>
                  <a:pt x="26890" y="129291"/>
                  <a:pt x="22201" y="96441"/>
                </a:cubicBezTo>
                <a:lnTo>
                  <a:pt x="16073" y="96441"/>
                </a:lnTo>
                <a:cubicBezTo>
                  <a:pt x="10146" y="96441"/>
                  <a:pt x="5358" y="91652"/>
                  <a:pt x="5358" y="85725"/>
                </a:cubicBezTo>
                <a:cubicBezTo>
                  <a:pt x="5358" y="79798"/>
                  <a:pt x="10146" y="75009"/>
                  <a:pt x="16073" y="75009"/>
                </a:cubicBezTo>
                <a:lnTo>
                  <a:pt x="22201" y="75009"/>
                </a:lnTo>
                <a:cubicBezTo>
                  <a:pt x="26890" y="42159"/>
                  <a:pt x="52875" y="16174"/>
                  <a:pt x="85725" y="11486"/>
                </a:cubicBezTo>
                <a:lnTo>
                  <a:pt x="85725" y="5358"/>
                </a:lnTo>
                <a:cubicBezTo>
                  <a:pt x="85725" y="-569"/>
                  <a:pt x="90514" y="-5358"/>
                  <a:pt x="96441" y="-5358"/>
                </a:cubicBezTo>
                <a:close/>
                <a:moveTo>
                  <a:pt x="43934" y="96441"/>
                </a:moveTo>
                <a:cubicBezTo>
                  <a:pt x="48187" y="117437"/>
                  <a:pt x="64729" y="133979"/>
                  <a:pt x="85725" y="138232"/>
                </a:cubicBezTo>
                <a:lnTo>
                  <a:pt x="85725" y="133945"/>
                </a:lnTo>
                <a:cubicBezTo>
                  <a:pt x="85725" y="128018"/>
                  <a:pt x="90514" y="123230"/>
                  <a:pt x="96441" y="123230"/>
                </a:cubicBezTo>
                <a:cubicBezTo>
                  <a:pt x="102368" y="123230"/>
                  <a:pt x="107156" y="128018"/>
                  <a:pt x="107156" y="133945"/>
                </a:cubicBezTo>
                <a:lnTo>
                  <a:pt x="107156" y="138232"/>
                </a:lnTo>
                <a:cubicBezTo>
                  <a:pt x="128152" y="133979"/>
                  <a:pt x="144694" y="117437"/>
                  <a:pt x="148947" y="96441"/>
                </a:cubicBezTo>
                <a:lnTo>
                  <a:pt x="144661" y="96441"/>
                </a:lnTo>
                <a:cubicBezTo>
                  <a:pt x="138734" y="96441"/>
                  <a:pt x="133945" y="91652"/>
                  <a:pt x="133945" y="85725"/>
                </a:cubicBezTo>
                <a:cubicBezTo>
                  <a:pt x="133945" y="79798"/>
                  <a:pt x="138734" y="75009"/>
                  <a:pt x="144661" y="75009"/>
                </a:cubicBezTo>
                <a:lnTo>
                  <a:pt x="148947" y="75009"/>
                </a:lnTo>
                <a:cubicBezTo>
                  <a:pt x="144694" y="54013"/>
                  <a:pt x="128152" y="37471"/>
                  <a:pt x="107156" y="33218"/>
                </a:cubicBezTo>
                <a:lnTo>
                  <a:pt x="107156" y="37505"/>
                </a:lnTo>
                <a:cubicBezTo>
                  <a:pt x="107156" y="43432"/>
                  <a:pt x="102368" y="48220"/>
                  <a:pt x="96441" y="48220"/>
                </a:cubicBezTo>
                <a:cubicBezTo>
                  <a:pt x="90514" y="48220"/>
                  <a:pt x="85725" y="43432"/>
                  <a:pt x="85725" y="37505"/>
                </a:cubicBezTo>
                <a:lnTo>
                  <a:pt x="85725" y="33218"/>
                </a:lnTo>
                <a:cubicBezTo>
                  <a:pt x="64729" y="37471"/>
                  <a:pt x="48187" y="54013"/>
                  <a:pt x="43934" y="75009"/>
                </a:cubicBezTo>
                <a:lnTo>
                  <a:pt x="48220" y="75009"/>
                </a:lnTo>
                <a:cubicBezTo>
                  <a:pt x="54147" y="75009"/>
                  <a:pt x="58936" y="79798"/>
                  <a:pt x="58936" y="85725"/>
                </a:cubicBezTo>
                <a:cubicBezTo>
                  <a:pt x="58936" y="91652"/>
                  <a:pt x="54147" y="96441"/>
                  <a:pt x="48220" y="96441"/>
                </a:cubicBezTo>
                <a:lnTo>
                  <a:pt x="43934" y="96441"/>
                </a:lnTo>
                <a:close/>
                <a:moveTo>
                  <a:pt x="96441" y="69652"/>
                </a:moveTo>
                <a:cubicBezTo>
                  <a:pt x="105312" y="69652"/>
                  <a:pt x="112514" y="76854"/>
                  <a:pt x="112514" y="85725"/>
                </a:cubicBezTo>
                <a:cubicBezTo>
                  <a:pt x="112514" y="94596"/>
                  <a:pt x="105312" y="101798"/>
                  <a:pt x="96441" y="101798"/>
                </a:cubicBezTo>
                <a:cubicBezTo>
                  <a:pt x="87569" y="101798"/>
                  <a:pt x="80367" y="94596"/>
                  <a:pt x="80367" y="85725"/>
                </a:cubicBezTo>
                <a:cubicBezTo>
                  <a:pt x="80367" y="76854"/>
                  <a:pt x="87569" y="69652"/>
                  <a:pt x="96441" y="69652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663" y="5105400"/>
            <a:ext cx="331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Dirección estratégica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operaciones militares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3413" y="5624513"/>
            <a:ext cx="5095875" cy="809625"/>
          </a:xfrm>
          <a:custGeom>
            <a:avLst/>
            <a:gdLst/>
            <a:ahLst/>
            <a:cxnLst/>
            <a:rect l="l" t="t" r="r" b="b"/>
            <a:pathLst>
              <a:path w="5095875" h="809625">
                <a:moveTo>
                  <a:pt x="76202" y="0"/>
                </a:moveTo>
                <a:lnTo>
                  <a:pt x="5019673" y="0"/>
                </a:lnTo>
                <a:cubicBezTo>
                  <a:pt x="5061758" y="0"/>
                  <a:pt x="5095875" y="34117"/>
                  <a:pt x="5095875" y="76202"/>
                </a:cubicBezTo>
                <a:lnTo>
                  <a:pt x="5095875" y="733423"/>
                </a:lnTo>
                <a:cubicBezTo>
                  <a:pt x="5095875" y="775508"/>
                  <a:pt x="5061758" y="809625"/>
                  <a:pt x="50196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DDFF00">
              <a:alpha val="20000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956" y="5819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65" y="21431"/>
                </a:moveTo>
                <a:cubicBezTo>
                  <a:pt x="21465" y="9611"/>
                  <a:pt x="31075" y="0"/>
                  <a:pt x="42896" y="0"/>
                </a:cubicBezTo>
                <a:lnTo>
                  <a:pt x="92958" y="0"/>
                </a:lnTo>
                <a:cubicBezTo>
                  <a:pt x="98651" y="0"/>
                  <a:pt x="104109" y="2244"/>
                  <a:pt x="108127" y="6262"/>
                </a:cubicBezTo>
                <a:lnTo>
                  <a:pt x="143757" y="41958"/>
                </a:lnTo>
                <a:cubicBezTo>
                  <a:pt x="147775" y="45977"/>
                  <a:pt x="150019" y="51435"/>
                  <a:pt x="150019" y="57128"/>
                </a:cubicBezTo>
                <a:lnTo>
                  <a:pt x="150019" y="89777"/>
                </a:lnTo>
                <a:lnTo>
                  <a:pt x="105817" y="133979"/>
                </a:lnTo>
                <a:lnTo>
                  <a:pt x="91719" y="133979"/>
                </a:lnTo>
                <a:lnTo>
                  <a:pt x="86328" y="116030"/>
                </a:lnTo>
                <a:cubicBezTo>
                  <a:pt x="84754" y="110773"/>
                  <a:pt x="79932" y="107190"/>
                  <a:pt x="74440" y="107190"/>
                </a:cubicBezTo>
                <a:cubicBezTo>
                  <a:pt x="70656" y="107190"/>
                  <a:pt x="67107" y="108898"/>
                  <a:pt x="64763" y="111844"/>
                </a:cubicBezTo>
                <a:lnTo>
                  <a:pt x="44637" y="136959"/>
                </a:lnTo>
                <a:cubicBezTo>
                  <a:pt x="41858" y="140408"/>
                  <a:pt x="42427" y="145498"/>
                  <a:pt x="45876" y="148244"/>
                </a:cubicBezTo>
                <a:cubicBezTo>
                  <a:pt x="49325" y="150990"/>
                  <a:pt x="54415" y="150454"/>
                  <a:pt x="57161" y="146971"/>
                </a:cubicBezTo>
                <a:lnTo>
                  <a:pt x="72933" y="127282"/>
                </a:lnTo>
                <a:lnTo>
                  <a:pt x="78023" y="144259"/>
                </a:lnTo>
                <a:cubicBezTo>
                  <a:pt x="79028" y="147675"/>
                  <a:pt x="82175" y="149985"/>
                  <a:pt x="85725" y="149985"/>
                </a:cubicBezTo>
                <a:lnTo>
                  <a:pt x="96273" y="149985"/>
                </a:lnTo>
                <a:cubicBezTo>
                  <a:pt x="95972" y="151023"/>
                  <a:pt x="95704" y="152095"/>
                  <a:pt x="95503" y="153166"/>
                </a:cubicBezTo>
                <a:lnTo>
                  <a:pt x="91853" y="171417"/>
                </a:lnTo>
                <a:lnTo>
                  <a:pt x="42896" y="171417"/>
                </a:lnTo>
                <a:cubicBezTo>
                  <a:pt x="31075" y="171417"/>
                  <a:pt x="21465" y="161806"/>
                  <a:pt x="21465" y="149985"/>
                </a:cubicBezTo>
                <a:lnTo>
                  <a:pt x="21465" y="21398"/>
                </a:lnTo>
                <a:close/>
                <a:moveTo>
                  <a:pt x="91116" y="19590"/>
                </a:moveTo>
                <a:lnTo>
                  <a:pt x="91116" y="50899"/>
                </a:lnTo>
                <a:cubicBezTo>
                  <a:pt x="91116" y="55353"/>
                  <a:pt x="94699" y="58936"/>
                  <a:pt x="99153" y="58936"/>
                </a:cubicBezTo>
                <a:lnTo>
                  <a:pt x="130463" y="58936"/>
                </a:lnTo>
                <a:lnTo>
                  <a:pt x="91116" y="19590"/>
                </a:lnTo>
                <a:close/>
                <a:moveTo>
                  <a:pt x="111275" y="156348"/>
                </a:moveTo>
                <a:cubicBezTo>
                  <a:pt x="112112" y="152195"/>
                  <a:pt x="114155" y="148378"/>
                  <a:pt x="117135" y="145398"/>
                </a:cubicBezTo>
                <a:lnTo>
                  <a:pt x="156950" y="105582"/>
                </a:lnTo>
                <a:lnTo>
                  <a:pt x="183739" y="132371"/>
                </a:lnTo>
                <a:lnTo>
                  <a:pt x="143924" y="172187"/>
                </a:lnTo>
                <a:cubicBezTo>
                  <a:pt x="140944" y="175167"/>
                  <a:pt x="137127" y="177210"/>
                  <a:pt x="132974" y="178047"/>
                </a:cubicBezTo>
                <a:lnTo>
                  <a:pt x="113016" y="182032"/>
                </a:lnTo>
                <a:cubicBezTo>
                  <a:pt x="112715" y="182099"/>
                  <a:pt x="112380" y="182132"/>
                  <a:pt x="112045" y="182132"/>
                </a:cubicBezTo>
                <a:cubicBezTo>
                  <a:pt x="109366" y="182132"/>
                  <a:pt x="107156" y="179956"/>
                  <a:pt x="107156" y="177243"/>
                </a:cubicBezTo>
                <a:cubicBezTo>
                  <a:pt x="107156" y="176908"/>
                  <a:pt x="107190" y="176607"/>
                  <a:pt x="107257" y="176272"/>
                </a:cubicBezTo>
                <a:lnTo>
                  <a:pt x="111242" y="156314"/>
                </a:lnTo>
                <a:close/>
                <a:moveTo>
                  <a:pt x="200951" y="115159"/>
                </a:moveTo>
                <a:lnTo>
                  <a:pt x="191307" y="124804"/>
                </a:lnTo>
                <a:lnTo>
                  <a:pt x="164518" y="98014"/>
                </a:lnTo>
                <a:lnTo>
                  <a:pt x="174162" y="88370"/>
                </a:lnTo>
                <a:cubicBezTo>
                  <a:pt x="181563" y="80970"/>
                  <a:pt x="193551" y="80970"/>
                  <a:pt x="200951" y="88370"/>
                </a:cubicBezTo>
                <a:cubicBezTo>
                  <a:pt x="208352" y="95771"/>
                  <a:pt x="208352" y="107759"/>
                  <a:pt x="200951" y="115159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2" name="Text 20"/>
          <p:cNvSpPr/>
          <p:nvPr/>
        </p:nvSpPr>
        <p:spPr>
          <a:xfrm>
            <a:off x="1119188" y="5781675"/>
            <a:ext cx="4533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Directiva de Defensa Nacional: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líneas generales de política de defensa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9825" y="2333625"/>
            <a:ext cx="5581650" cy="4343400"/>
          </a:xfrm>
          <a:custGeom>
            <a:avLst/>
            <a:gdLst/>
            <a:ahLst/>
            <a:cxnLst/>
            <a:rect l="l" t="t" r="r" b="b"/>
            <a:pathLst>
              <a:path w="5581650" h="4343400">
                <a:moveTo>
                  <a:pt x="114318" y="0"/>
                </a:moveTo>
                <a:lnTo>
                  <a:pt x="5467332" y="0"/>
                </a:lnTo>
                <a:cubicBezTo>
                  <a:pt x="5530468" y="0"/>
                  <a:pt x="5581650" y="51182"/>
                  <a:pt x="5581650" y="114318"/>
                </a:cubicBezTo>
                <a:lnTo>
                  <a:pt x="5581650" y="4229082"/>
                </a:lnTo>
                <a:cubicBezTo>
                  <a:pt x="5581650" y="4292218"/>
                  <a:pt x="5530468" y="4343400"/>
                  <a:pt x="5467332" y="4343400"/>
                </a:cubicBezTo>
                <a:lnTo>
                  <a:pt x="114318" y="4343400"/>
                </a:lnTo>
                <a:cubicBezTo>
                  <a:pt x="51182" y="4343400"/>
                  <a:pt x="0" y="4292218"/>
                  <a:pt x="0" y="4229082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7950" y="2571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34163" y="27622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219950" y="2705100"/>
            <a:ext cx="2914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Ministro de Defensa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7950" y="3371850"/>
            <a:ext cx="5105400" cy="552450"/>
          </a:xfrm>
          <a:custGeom>
            <a:avLst/>
            <a:gdLst/>
            <a:ahLst/>
            <a:cxnLst/>
            <a:rect l="l" t="t" r="r" b="b"/>
            <a:pathLst>
              <a:path w="5105400" h="552450">
                <a:moveTo>
                  <a:pt x="76199" y="0"/>
                </a:moveTo>
                <a:lnTo>
                  <a:pt x="5029201" y="0"/>
                </a:lnTo>
                <a:cubicBezTo>
                  <a:pt x="5071284" y="0"/>
                  <a:pt x="5105400" y="34116"/>
                  <a:pt x="5105400" y="76199"/>
                </a:cubicBezTo>
                <a:lnTo>
                  <a:pt x="5105400" y="476251"/>
                </a:lnTo>
                <a:cubicBezTo>
                  <a:pt x="5105400" y="518334"/>
                  <a:pt x="5071284" y="552450"/>
                  <a:pt x="5029201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34163" y="3562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9" name="Text 27"/>
          <p:cNvSpPr/>
          <p:nvPr/>
        </p:nvSpPr>
        <p:spPr>
          <a:xfrm>
            <a:off x="6938963" y="3524250"/>
            <a:ext cx="3371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Desarrollo y ejecución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la política de defensa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57950" y="4038600"/>
            <a:ext cx="5105400" cy="552450"/>
          </a:xfrm>
          <a:custGeom>
            <a:avLst/>
            <a:gdLst/>
            <a:ahLst/>
            <a:cxnLst/>
            <a:rect l="l" t="t" r="r" b="b"/>
            <a:pathLst>
              <a:path w="5105400" h="552450">
                <a:moveTo>
                  <a:pt x="76199" y="0"/>
                </a:moveTo>
                <a:lnTo>
                  <a:pt x="5029201" y="0"/>
                </a:lnTo>
                <a:cubicBezTo>
                  <a:pt x="5071284" y="0"/>
                  <a:pt x="5105400" y="34116"/>
                  <a:pt x="5105400" y="76199"/>
                </a:cubicBezTo>
                <a:lnTo>
                  <a:pt x="5105400" y="476251"/>
                </a:lnTo>
                <a:cubicBezTo>
                  <a:pt x="5105400" y="518334"/>
                  <a:pt x="5071284" y="552450"/>
                  <a:pt x="5029201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23447" y="42291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17815"/>
                </a:moveTo>
                <a:lnTo>
                  <a:pt x="51000" y="61213"/>
                </a:lnTo>
                <a:cubicBezTo>
                  <a:pt x="49459" y="62921"/>
                  <a:pt x="49526" y="65566"/>
                  <a:pt x="51167" y="67207"/>
                </a:cubicBezTo>
                <a:cubicBezTo>
                  <a:pt x="61380" y="77420"/>
                  <a:pt x="77956" y="77420"/>
                  <a:pt x="88170" y="67207"/>
                </a:cubicBezTo>
                <a:lnTo>
                  <a:pt x="98818" y="56558"/>
                </a:lnTo>
                <a:cubicBezTo>
                  <a:pt x="100225" y="55152"/>
                  <a:pt x="101999" y="54382"/>
                  <a:pt x="103808" y="54248"/>
                </a:cubicBezTo>
                <a:cubicBezTo>
                  <a:pt x="106085" y="54047"/>
                  <a:pt x="108429" y="54817"/>
                  <a:pt x="110170" y="56558"/>
                </a:cubicBezTo>
                <a:lnTo>
                  <a:pt x="169307" y="115193"/>
                </a:lnTo>
                <a:lnTo>
                  <a:pt x="192881" y="96441"/>
                </a:lnTo>
                <a:lnTo>
                  <a:pt x="192881" y="0"/>
                </a:lnTo>
                <a:lnTo>
                  <a:pt x="155377" y="21431"/>
                </a:lnTo>
                <a:lnTo>
                  <a:pt x="147407" y="16107"/>
                </a:lnTo>
                <a:cubicBezTo>
                  <a:pt x="142116" y="12591"/>
                  <a:pt x="135921" y="10716"/>
                  <a:pt x="129559" y="10716"/>
                </a:cubicBezTo>
                <a:lnTo>
                  <a:pt x="105984" y="10716"/>
                </a:lnTo>
                <a:cubicBezTo>
                  <a:pt x="105616" y="10716"/>
                  <a:pt x="105214" y="10716"/>
                  <a:pt x="104846" y="10749"/>
                </a:cubicBezTo>
                <a:cubicBezTo>
                  <a:pt x="99187" y="11050"/>
                  <a:pt x="93862" y="13595"/>
                  <a:pt x="90045" y="17815"/>
                </a:cubicBezTo>
                <a:close/>
                <a:moveTo>
                  <a:pt x="39045" y="50464"/>
                </a:moveTo>
                <a:lnTo>
                  <a:pt x="74808" y="10716"/>
                </a:lnTo>
                <a:lnTo>
                  <a:pt x="61548" y="10716"/>
                </a:lnTo>
                <a:cubicBezTo>
                  <a:pt x="53009" y="10716"/>
                  <a:pt x="44838" y="14098"/>
                  <a:pt x="38811" y="20125"/>
                </a:cubicBezTo>
                <a:lnTo>
                  <a:pt x="0" y="64294"/>
                </a:lnTo>
                <a:lnTo>
                  <a:pt x="0" y="182166"/>
                </a:lnTo>
                <a:lnTo>
                  <a:pt x="48220" y="136624"/>
                </a:lnTo>
                <a:lnTo>
                  <a:pt x="52373" y="140073"/>
                </a:lnTo>
                <a:cubicBezTo>
                  <a:pt x="60074" y="146503"/>
                  <a:pt x="69786" y="150019"/>
                  <a:pt x="79798" y="150019"/>
                </a:cubicBezTo>
                <a:lnTo>
                  <a:pt x="85055" y="150019"/>
                </a:lnTo>
                <a:lnTo>
                  <a:pt x="82711" y="147675"/>
                </a:lnTo>
                <a:cubicBezTo>
                  <a:pt x="79564" y="144527"/>
                  <a:pt x="79564" y="139437"/>
                  <a:pt x="82711" y="136323"/>
                </a:cubicBezTo>
                <a:cubicBezTo>
                  <a:pt x="85859" y="133209"/>
                  <a:pt x="90949" y="133175"/>
                  <a:pt x="94063" y="136323"/>
                </a:cubicBezTo>
                <a:lnTo>
                  <a:pt x="107792" y="150052"/>
                </a:lnTo>
                <a:lnTo>
                  <a:pt x="110806" y="150052"/>
                </a:lnTo>
                <a:cubicBezTo>
                  <a:pt x="117202" y="150052"/>
                  <a:pt x="123464" y="148612"/>
                  <a:pt x="129157" y="145933"/>
                </a:cubicBezTo>
                <a:lnTo>
                  <a:pt x="120216" y="136959"/>
                </a:lnTo>
                <a:cubicBezTo>
                  <a:pt x="117068" y="133811"/>
                  <a:pt x="117068" y="128721"/>
                  <a:pt x="120216" y="125607"/>
                </a:cubicBezTo>
                <a:cubicBezTo>
                  <a:pt x="123364" y="122493"/>
                  <a:pt x="128454" y="122460"/>
                  <a:pt x="131568" y="125607"/>
                </a:cubicBezTo>
                <a:lnTo>
                  <a:pt x="142283" y="136323"/>
                </a:lnTo>
                <a:lnTo>
                  <a:pt x="148144" y="130463"/>
                </a:lnTo>
                <a:cubicBezTo>
                  <a:pt x="151124" y="127482"/>
                  <a:pt x="151994" y="123163"/>
                  <a:pt x="150688" y="119379"/>
                </a:cubicBezTo>
                <a:lnTo>
                  <a:pt x="104511" y="73569"/>
                </a:lnTo>
                <a:lnTo>
                  <a:pt x="99521" y="78559"/>
                </a:lnTo>
                <a:cubicBezTo>
                  <a:pt x="83013" y="95068"/>
                  <a:pt x="56291" y="95068"/>
                  <a:pt x="39782" y="78559"/>
                </a:cubicBezTo>
                <a:cubicBezTo>
                  <a:pt x="32080" y="70857"/>
                  <a:pt x="31779" y="58501"/>
                  <a:pt x="39045" y="5043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2" name="Text 30"/>
          <p:cNvSpPr/>
          <p:nvPr/>
        </p:nvSpPr>
        <p:spPr>
          <a:xfrm>
            <a:off x="6938963" y="4191000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Asistencia al Presidente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dirección estratégica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7950" y="4705350"/>
            <a:ext cx="5105400" cy="552450"/>
          </a:xfrm>
          <a:custGeom>
            <a:avLst/>
            <a:gdLst/>
            <a:ahLst/>
            <a:cxnLst/>
            <a:rect l="l" t="t" r="r" b="b"/>
            <a:pathLst>
              <a:path w="5105400" h="552450">
                <a:moveTo>
                  <a:pt x="76199" y="0"/>
                </a:moveTo>
                <a:lnTo>
                  <a:pt x="5029201" y="0"/>
                </a:lnTo>
                <a:cubicBezTo>
                  <a:pt x="5071284" y="0"/>
                  <a:pt x="5105400" y="34116"/>
                  <a:pt x="5105400" y="76199"/>
                </a:cubicBezTo>
                <a:lnTo>
                  <a:pt x="5105400" y="476251"/>
                </a:lnTo>
                <a:cubicBezTo>
                  <a:pt x="5105400" y="518334"/>
                  <a:pt x="5071284" y="552450"/>
                  <a:pt x="5029201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12731" y="48958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75009"/>
                </a:moveTo>
                <a:cubicBezTo>
                  <a:pt x="126377" y="75009"/>
                  <a:pt x="141982" y="59404"/>
                  <a:pt x="141982" y="40184"/>
                </a:cubicBezTo>
                <a:cubicBezTo>
                  <a:pt x="141982" y="20963"/>
                  <a:pt x="126377" y="5358"/>
                  <a:pt x="107156" y="5358"/>
                </a:cubicBezTo>
                <a:cubicBezTo>
                  <a:pt x="87935" y="5358"/>
                  <a:pt x="72330" y="20963"/>
                  <a:pt x="72330" y="40184"/>
                </a:cubicBezTo>
                <a:cubicBezTo>
                  <a:pt x="72330" y="59404"/>
                  <a:pt x="87935" y="75009"/>
                  <a:pt x="107156" y="75009"/>
                </a:cubicBezTo>
                <a:close/>
                <a:moveTo>
                  <a:pt x="32147" y="77688"/>
                </a:moveTo>
                <a:cubicBezTo>
                  <a:pt x="45454" y="77688"/>
                  <a:pt x="56257" y="66885"/>
                  <a:pt x="56257" y="53578"/>
                </a:cubicBezTo>
                <a:cubicBezTo>
                  <a:pt x="56257" y="40271"/>
                  <a:pt x="45454" y="29468"/>
                  <a:pt x="32147" y="29468"/>
                </a:cubicBezTo>
                <a:cubicBezTo>
                  <a:pt x="18840" y="29468"/>
                  <a:pt x="8037" y="40271"/>
                  <a:pt x="8037" y="53578"/>
                </a:cubicBezTo>
                <a:cubicBezTo>
                  <a:pt x="8037" y="66885"/>
                  <a:pt x="18840" y="77688"/>
                  <a:pt x="32147" y="77688"/>
                </a:cubicBezTo>
                <a:close/>
                <a:moveTo>
                  <a:pt x="0" y="139303"/>
                </a:move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lnTo>
                  <a:pt x="39748" y="160734"/>
                </a:lnTo>
                <a:cubicBezTo>
                  <a:pt x="38308" y="157453"/>
                  <a:pt x="37505" y="153836"/>
                  <a:pt x="37505" y="150019"/>
                </a:cubicBezTo>
                <a:lnTo>
                  <a:pt x="37505" y="144661"/>
                </a:lnTo>
                <a:cubicBezTo>
                  <a:pt x="37505" y="126846"/>
                  <a:pt x="44202" y="110572"/>
                  <a:pt x="55219" y="98249"/>
                </a:cubicBezTo>
                <a:cubicBezTo>
                  <a:pt x="51301" y="97077"/>
                  <a:pt x="47149" y="96441"/>
                  <a:pt x="42863" y="96441"/>
                </a:cubicBezTo>
                <a:cubicBezTo>
                  <a:pt x="19188" y="96441"/>
                  <a:pt x="0" y="115628"/>
                  <a:pt x="0" y="139303"/>
                </a:cubicBezTo>
                <a:close/>
                <a:moveTo>
                  <a:pt x="206276" y="53578"/>
                </a:moveTo>
                <a:cubicBezTo>
                  <a:pt x="206276" y="40271"/>
                  <a:pt x="195472" y="29468"/>
                  <a:pt x="182166" y="29468"/>
                </a:cubicBezTo>
                <a:cubicBezTo>
                  <a:pt x="168859" y="29468"/>
                  <a:pt x="158055" y="40271"/>
                  <a:pt x="158055" y="53578"/>
                </a:cubicBezTo>
                <a:cubicBezTo>
                  <a:pt x="158055" y="66885"/>
                  <a:pt x="168859" y="77688"/>
                  <a:pt x="182166" y="77688"/>
                </a:cubicBezTo>
                <a:cubicBezTo>
                  <a:pt x="195472" y="77688"/>
                  <a:pt x="206276" y="66885"/>
                  <a:pt x="206276" y="53578"/>
                </a:cubicBezTo>
                <a:close/>
                <a:moveTo>
                  <a:pt x="53578" y="144661"/>
                </a:moveTo>
                <a:lnTo>
                  <a:pt x="53578" y="150019"/>
                </a:lnTo>
                <a:cubicBezTo>
                  <a:pt x="53578" y="155946"/>
                  <a:pt x="58367" y="160734"/>
                  <a:pt x="64294" y="160734"/>
                </a:cubicBezTo>
                <a:lnTo>
                  <a:pt x="116800" y="160734"/>
                </a:lnTo>
                <a:cubicBezTo>
                  <a:pt x="114423" y="153501"/>
                  <a:pt x="114691" y="145866"/>
                  <a:pt x="120383" y="139303"/>
                </a:cubicBezTo>
                <a:cubicBezTo>
                  <a:pt x="115695" y="133878"/>
                  <a:pt x="113519" y="126009"/>
                  <a:pt x="116566" y="118106"/>
                </a:cubicBezTo>
                <a:cubicBezTo>
                  <a:pt x="118776" y="112380"/>
                  <a:pt x="121890" y="107022"/>
                  <a:pt x="125741" y="102267"/>
                </a:cubicBezTo>
                <a:cubicBezTo>
                  <a:pt x="127549" y="100057"/>
                  <a:pt x="129626" y="98349"/>
                  <a:pt x="131869" y="97110"/>
                </a:cubicBezTo>
                <a:cubicBezTo>
                  <a:pt x="124469" y="93259"/>
                  <a:pt x="116064" y="91083"/>
                  <a:pt x="107156" y="91083"/>
                </a:cubicBezTo>
                <a:cubicBezTo>
                  <a:pt x="77554" y="91083"/>
                  <a:pt x="53578" y="115059"/>
                  <a:pt x="53578" y="144661"/>
                </a:cubicBezTo>
                <a:close/>
                <a:moveTo>
                  <a:pt x="209156" y="129893"/>
                </a:moveTo>
                <a:cubicBezTo>
                  <a:pt x="211265" y="128688"/>
                  <a:pt x="212337" y="126176"/>
                  <a:pt x="211433" y="123866"/>
                </a:cubicBezTo>
                <a:cubicBezTo>
                  <a:pt x="209825" y="119714"/>
                  <a:pt x="207582" y="115796"/>
                  <a:pt x="204769" y="112347"/>
                </a:cubicBezTo>
                <a:cubicBezTo>
                  <a:pt x="203229" y="110438"/>
                  <a:pt x="200516" y="110103"/>
                  <a:pt x="198406" y="111342"/>
                </a:cubicBezTo>
                <a:cubicBezTo>
                  <a:pt x="191106" y="115561"/>
                  <a:pt x="182132" y="110404"/>
                  <a:pt x="182132" y="101932"/>
                </a:cubicBezTo>
                <a:cubicBezTo>
                  <a:pt x="182132" y="99488"/>
                  <a:pt x="180491" y="97311"/>
                  <a:pt x="178080" y="96943"/>
                </a:cubicBezTo>
                <a:cubicBezTo>
                  <a:pt x="173761" y="96273"/>
                  <a:pt x="169106" y="96273"/>
                  <a:pt x="164786" y="96943"/>
                </a:cubicBezTo>
                <a:cubicBezTo>
                  <a:pt x="162375" y="97311"/>
                  <a:pt x="160734" y="99488"/>
                  <a:pt x="160734" y="101932"/>
                </a:cubicBezTo>
                <a:cubicBezTo>
                  <a:pt x="160734" y="110371"/>
                  <a:pt x="151760" y="115561"/>
                  <a:pt x="144460" y="111342"/>
                </a:cubicBezTo>
                <a:cubicBezTo>
                  <a:pt x="142350" y="110137"/>
                  <a:pt x="139638" y="110471"/>
                  <a:pt x="138098" y="112347"/>
                </a:cubicBezTo>
                <a:cubicBezTo>
                  <a:pt x="135285" y="115796"/>
                  <a:pt x="133041" y="119714"/>
                  <a:pt x="131434" y="123866"/>
                </a:cubicBezTo>
                <a:cubicBezTo>
                  <a:pt x="130563" y="126143"/>
                  <a:pt x="131601" y="128654"/>
                  <a:pt x="133711" y="129860"/>
                </a:cubicBezTo>
                <a:cubicBezTo>
                  <a:pt x="141044" y="134079"/>
                  <a:pt x="141044" y="144427"/>
                  <a:pt x="133711" y="148679"/>
                </a:cubicBezTo>
                <a:cubicBezTo>
                  <a:pt x="131601" y="149885"/>
                  <a:pt x="130530" y="152396"/>
                  <a:pt x="131434" y="154673"/>
                </a:cubicBezTo>
                <a:cubicBezTo>
                  <a:pt x="133041" y="158826"/>
                  <a:pt x="135285" y="162744"/>
                  <a:pt x="138098" y="166193"/>
                </a:cubicBezTo>
                <a:cubicBezTo>
                  <a:pt x="139638" y="168101"/>
                  <a:pt x="142350" y="168436"/>
                  <a:pt x="144460" y="167197"/>
                </a:cubicBezTo>
                <a:cubicBezTo>
                  <a:pt x="151760" y="162978"/>
                  <a:pt x="160734" y="168168"/>
                  <a:pt x="160734" y="176607"/>
                </a:cubicBezTo>
                <a:cubicBezTo>
                  <a:pt x="160734" y="179051"/>
                  <a:pt x="162375" y="181228"/>
                  <a:pt x="164786" y="181596"/>
                </a:cubicBezTo>
                <a:cubicBezTo>
                  <a:pt x="169106" y="182266"/>
                  <a:pt x="173761" y="182266"/>
                  <a:pt x="178080" y="181596"/>
                </a:cubicBezTo>
                <a:cubicBezTo>
                  <a:pt x="180491" y="181228"/>
                  <a:pt x="182132" y="179051"/>
                  <a:pt x="182132" y="176607"/>
                </a:cubicBezTo>
                <a:cubicBezTo>
                  <a:pt x="182132" y="168168"/>
                  <a:pt x="191106" y="162978"/>
                  <a:pt x="198406" y="167197"/>
                </a:cubicBezTo>
                <a:cubicBezTo>
                  <a:pt x="200516" y="168403"/>
                  <a:pt x="203229" y="168068"/>
                  <a:pt x="204769" y="166193"/>
                </a:cubicBezTo>
                <a:cubicBezTo>
                  <a:pt x="207582" y="162744"/>
                  <a:pt x="209825" y="158826"/>
                  <a:pt x="211433" y="154673"/>
                </a:cubicBezTo>
                <a:cubicBezTo>
                  <a:pt x="212303" y="152396"/>
                  <a:pt x="211265" y="149885"/>
                  <a:pt x="209156" y="148679"/>
                </a:cubicBezTo>
                <a:cubicBezTo>
                  <a:pt x="201822" y="144460"/>
                  <a:pt x="201822" y="134113"/>
                  <a:pt x="209156" y="129860"/>
                </a:cubicBezTo>
                <a:close/>
                <a:moveTo>
                  <a:pt x="158055" y="139303"/>
                </a:moveTo>
                <a:cubicBezTo>
                  <a:pt x="158055" y="131910"/>
                  <a:pt x="164057" y="125909"/>
                  <a:pt x="171450" y="125909"/>
                </a:cubicBezTo>
                <a:cubicBezTo>
                  <a:pt x="178843" y="125909"/>
                  <a:pt x="184845" y="131910"/>
                  <a:pt x="184845" y="139303"/>
                </a:cubicBezTo>
                <a:cubicBezTo>
                  <a:pt x="184845" y="146696"/>
                  <a:pt x="178843" y="152698"/>
                  <a:pt x="171450" y="152698"/>
                </a:cubicBezTo>
                <a:cubicBezTo>
                  <a:pt x="164057" y="152698"/>
                  <a:pt x="158055" y="146696"/>
                  <a:pt x="158055" y="139303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5" name="Text 33"/>
          <p:cNvSpPr/>
          <p:nvPr/>
        </p:nvSpPr>
        <p:spPr>
          <a:xfrm>
            <a:off x="6938963" y="4857750"/>
            <a:ext cx="4543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Dirección de las Fuerzas Armadas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bajo autoridad del Presidente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7950" y="5372100"/>
            <a:ext cx="5105400" cy="552450"/>
          </a:xfrm>
          <a:custGeom>
            <a:avLst/>
            <a:gdLst/>
            <a:ahLst/>
            <a:cxnLst/>
            <a:rect l="l" t="t" r="r" b="b"/>
            <a:pathLst>
              <a:path w="5105400" h="552450">
                <a:moveTo>
                  <a:pt x="76199" y="0"/>
                </a:moveTo>
                <a:lnTo>
                  <a:pt x="5029201" y="0"/>
                </a:lnTo>
                <a:cubicBezTo>
                  <a:pt x="5071284" y="0"/>
                  <a:pt x="5105400" y="34116"/>
                  <a:pt x="5105400" y="76199"/>
                </a:cubicBezTo>
                <a:lnTo>
                  <a:pt x="5105400" y="476251"/>
                </a:lnTo>
                <a:cubicBezTo>
                  <a:pt x="5105400" y="518334"/>
                  <a:pt x="5071284" y="552450"/>
                  <a:pt x="5029201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55594" y="55626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10716"/>
                </a:moveTo>
                <a:lnTo>
                  <a:pt x="0" y="44704"/>
                </a:lnTo>
                <a:cubicBezTo>
                  <a:pt x="0" y="50397"/>
                  <a:pt x="2244" y="55855"/>
                  <a:pt x="6262" y="59874"/>
                </a:cubicBezTo>
                <a:lnTo>
                  <a:pt x="21431" y="75009"/>
                </a:lnTo>
                <a:lnTo>
                  <a:pt x="21431" y="128588"/>
                </a:lnTo>
                <a:lnTo>
                  <a:pt x="2612" y="152128"/>
                </a:lnTo>
                <a:cubicBezTo>
                  <a:pt x="904" y="154238"/>
                  <a:pt x="0" y="156850"/>
                  <a:pt x="0" y="159562"/>
                </a:cubicBezTo>
                <a:cubicBezTo>
                  <a:pt x="0" y="166126"/>
                  <a:pt x="5324" y="171450"/>
                  <a:pt x="11888" y="171450"/>
                </a:cubicBezTo>
                <a:lnTo>
                  <a:pt x="116666" y="171450"/>
                </a:lnTo>
                <a:cubicBezTo>
                  <a:pt x="123230" y="171450"/>
                  <a:pt x="128554" y="166126"/>
                  <a:pt x="128554" y="159562"/>
                </a:cubicBezTo>
                <a:cubicBezTo>
                  <a:pt x="128554" y="156850"/>
                  <a:pt x="127650" y="154238"/>
                  <a:pt x="125942" y="152128"/>
                </a:cubicBezTo>
                <a:lnTo>
                  <a:pt x="107123" y="128588"/>
                </a:lnTo>
                <a:lnTo>
                  <a:pt x="107123" y="75009"/>
                </a:lnTo>
                <a:lnTo>
                  <a:pt x="122292" y="59840"/>
                </a:lnTo>
                <a:cubicBezTo>
                  <a:pt x="126310" y="55822"/>
                  <a:pt x="128554" y="50363"/>
                  <a:pt x="128554" y="44671"/>
                </a:cubicBezTo>
                <a:lnTo>
                  <a:pt x="128588" y="10716"/>
                </a:lnTo>
                <a:cubicBezTo>
                  <a:pt x="128588" y="4789"/>
                  <a:pt x="123799" y="0"/>
                  <a:pt x="117872" y="0"/>
                </a:cubicBezTo>
                <a:lnTo>
                  <a:pt x="107156" y="0"/>
                </a:ln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80367" y="21431"/>
                </a:lnTo>
                <a:lnTo>
                  <a:pt x="80367" y="10716"/>
                </a:lnTo>
                <a:cubicBezTo>
                  <a:pt x="80367" y="4789"/>
                  <a:pt x="75579" y="0"/>
                  <a:pt x="69652" y="0"/>
                </a:cubicBezTo>
                <a:lnTo>
                  <a:pt x="58936" y="0"/>
                </a:lnTo>
                <a:cubicBezTo>
                  <a:pt x="53009" y="0"/>
                  <a:pt x="48220" y="4789"/>
                  <a:pt x="48220" y="10716"/>
                </a:cubicBezTo>
                <a:lnTo>
                  <a:pt x="48220" y="21431"/>
                </a:ln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27358" y="0"/>
                  <a:pt x="21431" y="0"/>
                </a:cubicBezTo>
                <a:lnTo>
                  <a:pt x="10716" y="0"/>
                </a:lnTo>
                <a:cubicBezTo>
                  <a:pt x="4789" y="0"/>
                  <a:pt x="0" y="4789"/>
                  <a:pt x="0" y="10716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8" name="Text 36"/>
          <p:cNvSpPr/>
          <p:nvPr/>
        </p:nvSpPr>
        <p:spPr>
          <a:xfrm>
            <a:off x="6938963" y="5543550"/>
            <a:ext cx="2512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Determinación de la política militar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4149989.fs1.hubspotusercontent-na1.net/f2c3792dcf4377f7ad9b84e86cdb8899d73dc739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50000">
                <a:srgbClr val="000000">
                  <a:alpha val="95000"/>
                </a:srgbClr>
              </a:gs>
              <a:gs pos="100000">
                <a:srgbClr val="00000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52500" y="49530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ARTÍCULO 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9525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Consejo de Defensa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Nacional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08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2290763"/>
            <a:ext cx="5591175" cy="1266825"/>
          </a:xfrm>
          <a:custGeom>
            <a:avLst/>
            <a:gdLst/>
            <a:ahLst/>
            <a:cxnLst/>
            <a:rect l="l" t="t" r="r" b="b"/>
            <a:pathLst>
              <a:path w="5591175" h="1266825">
                <a:moveTo>
                  <a:pt x="114306" y="0"/>
                </a:moveTo>
                <a:lnTo>
                  <a:pt x="5476869" y="0"/>
                </a:lnTo>
                <a:cubicBezTo>
                  <a:pt x="5539999" y="0"/>
                  <a:pt x="5591175" y="51176"/>
                  <a:pt x="5591175" y="114306"/>
                </a:cubicBezTo>
                <a:lnTo>
                  <a:pt x="5591175" y="1152519"/>
                </a:lnTo>
                <a:cubicBezTo>
                  <a:pt x="5591175" y="1215649"/>
                  <a:pt x="5539999" y="1266825"/>
                  <a:pt x="547686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3406" y="24860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Text 8"/>
          <p:cNvSpPr/>
          <p:nvPr/>
        </p:nvSpPr>
        <p:spPr>
          <a:xfrm>
            <a:off x="1090613" y="2486025"/>
            <a:ext cx="4810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0613" y="2867025"/>
            <a:ext cx="4772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Órgano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colegiado, coordinador, asesor y consultivo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del Presidente del Gobierno en materia de defensa.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5763" y="3719512"/>
            <a:ext cx="5591175" cy="2066925"/>
          </a:xfrm>
          <a:custGeom>
            <a:avLst/>
            <a:gdLst/>
            <a:ahLst/>
            <a:cxnLst/>
            <a:rect l="l" t="t" r="r" b="b"/>
            <a:pathLst>
              <a:path w="5591175" h="2066925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1952624"/>
                </a:lnTo>
                <a:cubicBezTo>
                  <a:pt x="5591175" y="2015751"/>
                  <a:pt x="5540001" y="2066925"/>
                  <a:pt x="5476874" y="2066925"/>
                </a:cubicBezTo>
                <a:lnTo>
                  <a:pt x="114301" y="2066925"/>
                </a:lnTo>
                <a:cubicBezTo>
                  <a:pt x="51174" y="2066925"/>
                  <a:pt x="0" y="2015751"/>
                  <a:pt x="0" y="19526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4838" y="3952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5" name="Text 12"/>
          <p:cNvSpPr/>
          <p:nvPr/>
        </p:nvSpPr>
        <p:spPr>
          <a:xfrm>
            <a:off x="819150" y="391477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Funciones Principales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1025" y="44100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7" name="Text 14"/>
          <p:cNvSpPr/>
          <p:nvPr/>
        </p:nvSpPr>
        <p:spPr>
          <a:xfrm>
            <a:off x="771525" y="4333875"/>
            <a:ext cx="395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Asistir al Presidente en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dirección de conflictos armados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81025" y="47529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9" name="Text 16"/>
          <p:cNvSpPr/>
          <p:nvPr/>
        </p:nvSpPr>
        <p:spPr>
          <a:xfrm>
            <a:off x="771525" y="4676775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de crisis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afecten a la defensa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1025" y="50958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1" name="Text 18"/>
          <p:cNvSpPr/>
          <p:nvPr/>
        </p:nvSpPr>
        <p:spPr>
          <a:xfrm>
            <a:off x="771525" y="5019675"/>
            <a:ext cx="407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Informar sobre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grandes directrices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política de defensa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81025" y="54387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3" name="Text 20"/>
          <p:cNvSpPr/>
          <p:nvPr/>
        </p:nvSpPr>
        <p:spPr>
          <a:xfrm>
            <a:off x="771525" y="5362575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Coordinar propuestas que afecten a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varios Ministerios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15063" y="2290763"/>
            <a:ext cx="5591175" cy="2867025"/>
          </a:xfrm>
          <a:custGeom>
            <a:avLst/>
            <a:gdLst/>
            <a:ahLst/>
            <a:cxnLst/>
            <a:rect l="l" t="t" r="r" b="b"/>
            <a:pathLst>
              <a:path w="5591175" h="2867025">
                <a:moveTo>
                  <a:pt x="114308" y="0"/>
                </a:moveTo>
                <a:lnTo>
                  <a:pt x="5476867" y="0"/>
                </a:lnTo>
                <a:cubicBezTo>
                  <a:pt x="5539997" y="0"/>
                  <a:pt x="5591175" y="51178"/>
                  <a:pt x="5591175" y="114308"/>
                </a:cubicBezTo>
                <a:lnTo>
                  <a:pt x="5591175" y="2752717"/>
                </a:lnTo>
                <a:cubicBezTo>
                  <a:pt x="5591175" y="2815847"/>
                  <a:pt x="5539997" y="2867025"/>
                  <a:pt x="5476867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34138" y="2524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6" name="Text 23"/>
          <p:cNvSpPr/>
          <p:nvPr/>
        </p:nvSpPr>
        <p:spPr>
          <a:xfrm>
            <a:off x="6648450" y="24860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Composición del Pleno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10325" y="290512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Presidente del Gobierno (Presidente)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10325" y="320992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Vicepresidentes del Gobierno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10325" y="351472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Ministros de Defensa, Interior, Exteriores y Economía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10325" y="381952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Jefe de Estado Mayor de la Defensa (JEMAD)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410325" y="412432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Jefes de Estado Mayor de los tres Ejércitos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10325" y="442912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Secretario de Estado Director del CNI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10325" y="4733925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Director del Gabinete de la Presidencia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219825" y="5324475"/>
            <a:ext cx="5581650" cy="552450"/>
          </a:xfrm>
          <a:custGeom>
            <a:avLst/>
            <a:gdLst/>
            <a:ahLst/>
            <a:cxnLst/>
            <a:rect l="l" t="t" r="r" b="b"/>
            <a:pathLst>
              <a:path w="5581650" h="552450">
                <a:moveTo>
                  <a:pt x="114302" y="0"/>
                </a:moveTo>
                <a:lnTo>
                  <a:pt x="5467348" y="0"/>
                </a:lnTo>
                <a:cubicBezTo>
                  <a:pt x="5530475" y="0"/>
                  <a:pt x="5581650" y="51175"/>
                  <a:pt x="5581650" y="114302"/>
                </a:cubicBezTo>
                <a:lnTo>
                  <a:pt x="5581650" y="438148"/>
                </a:lnTo>
                <a:cubicBezTo>
                  <a:pt x="5581650" y="501275"/>
                  <a:pt x="5530475" y="552450"/>
                  <a:pt x="5467348" y="552450"/>
                </a:cubicBezTo>
                <a:lnTo>
                  <a:pt x="114302" y="552450"/>
                </a:lnTo>
                <a:cubicBezTo>
                  <a:pt x="51217" y="552450"/>
                  <a:pt x="0" y="501233"/>
                  <a:pt x="0" y="4381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DFF00">
              <a:alpha val="20000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24613" y="5486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6" name="Text 33"/>
          <p:cNvSpPr/>
          <p:nvPr/>
        </p:nvSpPr>
        <p:spPr>
          <a:xfrm>
            <a:off x="6781800" y="54864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Consejo Ejecutivo: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Versión reducida para situaciones de urgencia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452" y="355452"/>
            <a:ext cx="426542" cy="426542"/>
          </a:xfrm>
          <a:custGeom>
            <a:avLst/>
            <a:gdLst/>
            <a:ahLst/>
            <a:cxnLst/>
            <a:rect l="l" t="t" r="r" b="b"/>
            <a:pathLst>
              <a:path w="426542" h="426542">
                <a:moveTo>
                  <a:pt x="71092" y="0"/>
                </a:moveTo>
                <a:lnTo>
                  <a:pt x="355450" y="0"/>
                </a:lnTo>
                <a:cubicBezTo>
                  <a:pt x="394713" y="0"/>
                  <a:pt x="426542" y="31829"/>
                  <a:pt x="426542" y="71092"/>
                </a:cubicBezTo>
                <a:lnTo>
                  <a:pt x="426542" y="355450"/>
                </a:lnTo>
                <a:cubicBezTo>
                  <a:pt x="426542" y="394713"/>
                  <a:pt x="394713" y="426542"/>
                  <a:pt x="355450" y="426542"/>
                </a:cubicBezTo>
                <a:lnTo>
                  <a:pt x="71092" y="426542"/>
                </a:lnTo>
                <a:cubicBezTo>
                  <a:pt x="31829" y="426542"/>
                  <a:pt x="0" y="394713"/>
                  <a:pt x="0" y="355450"/>
                </a:cubicBezTo>
                <a:lnTo>
                  <a:pt x="0" y="71092"/>
                </a:lnTo>
                <a:cubicBezTo>
                  <a:pt x="0" y="31829"/>
                  <a:pt x="31829" y="0"/>
                  <a:pt x="7109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311020" y="355452"/>
            <a:ext cx="515405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8630" y="462087"/>
            <a:ext cx="7997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spc="112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TÍTULO II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5452" y="888630"/>
            <a:ext cx="4309854" cy="1066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59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Organización de las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359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Fuerzas Armadas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833785" y="355452"/>
            <a:ext cx="1430694" cy="853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17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3224" y="2132711"/>
            <a:ext cx="11463324" cy="941948"/>
          </a:xfrm>
          <a:custGeom>
            <a:avLst/>
            <a:gdLst/>
            <a:ahLst/>
            <a:cxnLst/>
            <a:rect l="l" t="t" r="r" b="b"/>
            <a:pathLst>
              <a:path w="11463324" h="941948">
                <a:moveTo>
                  <a:pt x="0" y="0"/>
                </a:moveTo>
                <a:lnTo>
                  <a:pt x="11356686" y="0"/>
                </a:lnTo>
                <a:cubicBezTo>
                  <a:pt x="11415580" y="0"/>
                  <a:pt x="11463324" y="47743"/>
                  <a:pt x="11463324" y="106638"/>
                </a:cubicBezTo>
                <a:lnTo>
                  <a:pt x="11463324" y="835310"/>
                </a:lnTo>
                <a:cubicBezTo>
                  <a:pt x="11463324" y="894204"/>
                  <a:pt x="11415580" y="941948"/>
                  <a:pt x="11356686" y="941948"/>
                </a:cubicBezTo>
                <a:lnTo>
                  <a:pt x="0" y="941948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73224" y="2132711"/>
            <a:ext cx="35545" cy="941948"/>
          </a:xfrm>
          <a:custGeom>
            <a:avLst/>
            <a:gdLst/>
            <a:ahLst/>
            <a:cxnLst/>
            <a:rect l="l" t="t" r="r" b="b"/>
            <a:pathLst>
              <a:path w="35545" h="941948">
                <a:moveTo>
                  <a:pt x="0" y="0"/>
                </a:moveTo>
                <a:lnTo>
                  <a:pt x="35545" y="0"/>
                </a:lnTo>
                <a:lnTo>
                  <a:pt x="35545" y="941948"/>
                </a:lnTo>
                <a:lnTo>
                  <a:pt x="0" y="941948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7"/>
          <p:cNvSpPr/>
          <p:nvPr/>
        </p:nvSpPr>
        <p:spPr>
          <a:xfrm>
            <a:off x="604268" y="2310437"/>
            <a:ext cx="266589" cy="266589"/>
          </a:xfrm>
          <a:custGeom>
            <a:avLst/>
            <a:gdLst/>
            <a:ahLst/>
            <a:cxnLst/>
            <a:rect l="l" t="t" r="r" b="b"/>
            <a:pathLst>
              <a:path w="266589" h="266589">
                <a:moveTo>
                  <a:pt x="133294" y="0"/>
                </a:moveTo>
                <a:cubicBezTo>
                  <a:pt x="135690" y="0"/>
                  <a:pt x="138085" y="521"/>
                  <a:pt x="140272" y="1510"/>
                </a:cubicBezTo>
                <a:lnTo>
                  <a:pt x="238368" y="43112"/>
                </a:lnTo>
                <a:cubicBezTo>
                  <a:pt x="249823" y="47955"/>
                  <a:pt x="258362" y="59254"/>
                  <a:pt x="258310" y="72895"/>
                </a:cubicBezTo>
                <a:cubicBezTo>
                  <a:pt x="258050" y="124547"/>
                  <a:pt x="236806" y="219051"/>
                  <a:pt x="147093" y="262007"/>
                </a:cubicBezTo>
                <a:cubicBezTo>
                  <a:pt x="138397" y="266172"/>
                  <a:pt x="128296" y="266172"/>
                  <a:pt x="119601" y="262007"/>
                </a:cubicBezTo>
                <a:cubicBezTo>
                  <a:pt x="29835" y="219051"/>
                  <a:pt x="8643" y="124547"/>
                  <a:pt x="8383" y="72895"/>
                </a:cubicBezTo>
                <a:cubicBezTo>
                  <a:pt x="8331" y="59254"/>
                  <a:pt x="16870" y="47955"/>
                  <a:pt x="28325" y="43112"/>
                </a:cubicBezTo>
                <a:lnTo>
                  <a:pt x="126369" y="1510"/>
                </a:lnTo>
                <a:cubicBezTo>
                  <a:pt x="128556" y="521"/>
                  <a:pt x="130899" y="0"/>
                  <a:pt x="133294" y="0"/>
                </a:cubicBezTo>
                <a:close/>
                <a:moveTo>
                  <a:pt x="133294" y="34782"/>
                </a:moveTo>
                <a:lnTo>
                  <a:pt x="133294" y="231651"/>
                </a:lnTo>
                <a:cubicBezTo>
                  <a:pt x="205149" y="196870"/>
                  <a:pt x="224466" y="119809"/>
                  <a:pt x="224934" y="73676"/>
                </a:cubicBezTo>
                <a:lnTo>
                  <a:pt x="133294" y="34834"/>
                </a:lnTo>
                <a:lnTo>
                  <a:pt x="133294" y="34834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Text 8"/>
          <p:cNvSpPr/>
          <p:nvPr/>
        </p:nvSpPr>
        <p:spPr>
          <a:xfrm>
            <a:off x="1044140" y="2310437"/>
            <a:ext cx="10619125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Entidad Única Integradora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4140" y="2665889"/>
            <a:ext cx="10583580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Fuerzas Armadas son el </a:t>
            </a:r>
            <a:pPr>
              <a:lnSpc>
                <a:spcPct val="140000"/>
              </a:lnSpc>
            </a:pPr>
            <a:r>
              <a:rPr lang="en-US" sz="112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elemento esencial de la defensa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concebidas como un conjunto integrador de las formas de acción específicas de cada componente.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9895" y="3221283"/>
            <a:ext cx="5660571" cy="1661738"/>
          </a:xfrm>
          <a:custGeom>
            <a:avLst/>
            <a:gdLst/>
            <a:ahLst/>
            <a:cxnLst/>
            <a:rect l="l" t="t" r="r" b="b"/>
            <a:pathLst>
              <a:path w="5660571" h="1661738">
                <a:moveTo>
                  <a:pt x="106634" y="0"/>
                </a:moveTo>
                <a:lnTo>
                  <a:pt x="5553938" y="0"/>
                </a:lnTo>
                <a:cubicBezTo>
                  <a:pt x="5612830" y="0"/>
                  <a:pt x="5660571" y="47742"/>
                  <a:pt x="5660571" y="106634"/>
                </a:cubicBezTo>
                <a:lnTo>
                  <a:pt x="5660571" y="1555104"/>
                </a:lnTo>
                <a:cubicBezTo>
                  <a:pt x="5660571" y="1613996"/>
                  <a:pt x="5612830" y="1661738"/>
                  <a:pt x="5553938" y="1661738"/>
                </a:cubicBezTo>
                <a:lnTo>
                  <a:pt x="106634" y="1661738"/>
                </a:lnTo>
                <a:cubicBezTo>
                  <a:pt x="47742" y="1661738"/>
                  <a:pt x="0" y="1613996"/>
                  <a:pt x="0" y="1555104"/>
                </a:cubicBezTo>
                <a:lnTo>
                  <a:pt x="0" y="106634"/>
                </a:lnTo>
                <a:cubicBezTo>
                  <a:pt x="0" y="47742"/>
                  <a:pt x="47742" y="0"/>
                  <a:pt x="106634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DDFF00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2064" y="3403452"/>
            <a:ext cx="426542" cy="426542"/>
          </a:xfrm>
          <a:custGeom>
            <a:avLst/>
            <a:gdLst/>
            <a:ahLst/>
            <a:cxnLst/>
            <a:rect l="l" t="t" r="r" b="b"/>
            <a:pathLst>
              <a:path w="426542" h="426542">
                <a:moveTo>
                  <a:pt x="71092" y="0"/>
                </a:moveTo>
                <a:lnTo>
                  <a:pt x="355450" y="0"/>
                </a:lnTo>
                <a:cubicBezTo>
                  <a:pt x="394713" y="0"/>
                  <a:pt x="426542" y="31829"/>
                  <a:pt x="426542" y="71092"/>
                </a:cubicBezTo>
                <a:lnTo>
                  <a:pt x="426542" y="355450"/>
                </a:lnTo>
                <a:cubicBezTo>
                  <a:pt x="426542" y="394713"/>
                  <a:pt x="394713" y="426542"/>
                  <a:pt x="355450" y="426542"/>
                </a:cubicBezTo>
                <a:lnTo>
                  <a:pt x="71092" y="426542"/>
                </a:lnTo>
                <a:cubicBezTo>
                  <a:pt x="31829" y="426542"/>
                  <a:pt x="0" y="394713"/>
                  <a:pt x="0" y="355450"/>
                </a:cubicBezTo>
                <a:lnTo>
                  <a:pt x="0" y="71092"/>
                </a:lnTo>
                <a:cubicBezTo>
                  <a:pt x="0" y="31829"/>
                  <a:pt x="31829" y="0"/>
                  <a:pt x="7109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7633" y="3403452"/>
            <a:ext cx="515405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5242" y="3474542"/>
            <a:ext cx="2150484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Estructura Orgánica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064" y="3972175"/>
            <a:ext cx="5367324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la </a:t>
            </a:r>
            <a:pPr>
              <a:lnSpc>
                <a:spcPct val="140000"/>
              </a:lnSpc>
            </a:pPr>
            <a:r>
              <a:rPr lang="en-US" sz="112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preparación de la fuerza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064" y="4309854"/>
            <a:ext cx="5296233" cy="390997"/>
          </a:xfrm>
          <a:custGeom>
            <a:avLst/>
            <a:gdLst/>
            <a:ahLst/>
            <a:cxnLst/>
            <a:rect l="l" t="t" r="r" b="b"/>
            <a:pathLst>
              <a:path w="5296233" h="390997">
                <a:moveTo>
                  <a:pt x="71091" y="0"/>
                </a:moveTo>
                <a:lnTo>
                  <a:pt x="5225142" y="0"/>
                </a:lnTo>
                <a:cubicBezTo>
                  <a:pt x="5264405" y="0"/>
                  <a:pt x="5296233" y="31829"/>
                  <a:pt x="5296233" y="71091"/>
                </a:cubicBezTo>
                <a:lnTo>
                  <a:pt x="5296233" y="319906"/>
                </a:lnTo>
                <a:cubicBezTo>
                  <a:pt x="5296233" y="359169"/>
                  <a:pt x="5264405" y="390997"/>
                  <a:pt x="5225142" y="390997"/>
                </a:cubicBezTo>
                <a:lnTo>
                  <a:pt x="71091" y="390997"/>
                </a:lnTo>
                <a:cubicBezTo>
                  <a:pt x="31829" y="390997"/>
                  <a:pt x="0" y="359169"/>
                  <a:pt x="0" y="319906"/>
                </a:cubicBezTo>
                <a:lnTo>
                  <a:pt x="0" y="71091"/>
                </a:lnTo>
                <a:cubicBezTo>
                  <a:pt x="0" y="31829"/>
                  <a:pt x="31829" y="0"/>
                  <a:pt x="7109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8700" y="4416490"/>
            <a:ext cx="5145166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Bajo responsabilidad de los Jefes de Estado Mayor de cada Ejército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3477" y="3221283"/>
            <a:ext cx="5660571" cy="1661738"/>
          </a:xfrm>
          <a:custGeom>
            <a:avLst/>
            <a:gdLst/>
            <a:ahLst/>
            <a:cxnLst/>
            <a:rect l="l" t="t" r="r" b="b"/>
            <a:pathLst>
              <a:path w="5660571" h="1661738">
                <a:moveTo>
                  <a:pt x="106634" y="0"/>
                </a:moveTo>
                <a:lnTo>
                  <a:pt x="5553938" y="0"/>
                </a:lnTo>
                <a:cubicBezTo>
                  <a:pt x="5612830" y="0"/>
                  <a:pt x="5660571" y="47742"/>
                  <a:pt x="5660571" y="106634"/>
                </a:cubicBezTo>
                <a:lnTo>
                  <a:pt x="5660571" y="1555104"/>
                </a:lnTo>
                <a:cubicBezTo>
                  <a:pt x="5660571" y="1613996"/>
                  <a:pt x="5612830" y="1661738"/>
                  <a:pt x="5553938" y="1661738"/>
                </a:cubicBezTo>
                <a:lnTo>
                  <a:pt x="106634" y="1661738"/>
                </a:lnTo>
                <a:cubicBezTo>
                  <a:pt x="47742" y="1661738"/>
                  <a:pt x="0" y="1613996"/>
                  <a:pt x="0" y="1555104"/>
                </a:cubicBezTo>
                <a:lnTo>
                  <a:pt x="0" y="106634"/>
                </a:lnTo>
                <a:cubicBezTo>
                  <a:pt x="0" y="47742"/>
                  <a:pt x="47742" y="0"/>
                  <a:pt x="106634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DDFF00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647" y="3403452"/>
            <a:ext cx="426542" cy="426542"/>
          </a:xfrm>
          <a:custGeom>
            <a:avLst/>
            <a:gdLst/>
            <a:ahLst/>
            <a:cxnLst/>
            <a:rect l="l" t="t" r="r" b="b"/>
            <a:pathLst>
              <a:path w="426542" h="426542">
                <a:moveTo>
                  <a:pt x="71092" y="0"/>
                </a:moveTo>
                <a:lnTo>
                  <a:pt x="355450" y="0"/>
                </a:lnTo>
                <a:cubicBezTo>
                  <a:pt x="394713" y="0"/>
                  <a:pt x="426542" y="31829"/>
                  <a:pt x="426542" y="71092"/>
                </a:cubicBezTo>
                <a:lnTo>
                  <a:pt x="426542" y="355450"/>
                </a:lnTo>
                <a:cubicBezTo>
                  <a:pt x="426542" y="394713"/>
                  <a:pt x="394713" y="426542"/>
                  <a:pt x="355450" y="426542"/>
                </a:cubicBezTo>
                <a:lnTo>
                  <a:pt x="71092" y="426542"/>
                </a:lnTo>
                <a:cubicBezTo>
                  <a:pt x="31829" y="426542"/>
                  <a:pt x="0" y="394713"/>
                  <a:pt x="0" y="355450"/>
                </a:cubicBezTo>
                <a:lnTo>
                  <a:pt x="0" y="71092"/>
                </a:lnTo>
                <a:cubicBezTo>
                  <a:pt x="0" y="31829"/>
                  <a:pt x="31829" y="0"/>
                  <a:pt x="7109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6311215" y="3403452"/>
            <a:ext cx="515405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9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88824" y="3474542"/>
            <a:ext cx="2274892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9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Estructura Operativa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647" y="3972175"/>
            <a:ext cx="5367324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el </a:t>
            </a:r>
            <a:pPr>
              <a:lnSpc>
                <a:spcPct val="140000"/>
              </a:lnSpc>
            </a:pPr>
            <a:r>
              <a:rPr lang="en-US" sz="112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 en misiones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5647" y="4309854"/>
            <a:ext cx="5296233" cy="390997"/>
          </a:xfrm>
          <a:custGeom>
            <a:avLst/>
            <a:gdLst/>
            <a:ahLst/>
            <a:cxnLst/>
            <a:rect l="l" t="t" r="r" b="b"/>
            <a:pathLst>
              <a:path w="5296233" h="390997">
                <a:moveTo>
                  <a:pt x="71091" y="0"/>
                </a:moveTo>
                <a:lnTo>
                  <a:pt x="5225142" y="0"/>
                </a:lnTo>
                <a:cubicBezTo>
                  <a:pt x="5264405" y="0"/>
                  <a:pt x="5296233" y="31829"/>
                  <a:pt x="5296233" y="71091"/>
                </a:cubicBezTo>
                <a:lnTo>
                  <a:pt x="5296233" y="319906"/>
                </a:lnTo>
                <a:cubicBezTo>
                  <a:pt x="5296233" y="359169"/>
                  <a:pt x="5264405" y="390997"/>
                  <a:pt x="5225142" y="390997"/>
                </a:cubicBezTo>
                <a:lnTo>
                  <a:pt x="71091" y="390997"/>
                </a:lnTo>
                <a:cubicBezTo>
                  <a:pt x="31829" y="390997"/>
                  <a:pt x="0" y="359169"/>
                  <a:pt x="0" y="319906"/>
                </a:cubicBezTo>
                <a:lnTo>
                  <a:pt x="0" y="71091"/>
                </a:lnTo>
                <a:cubicBezTo>
                  <a:pt x="0" y="31829"/>
                  <a:pt x="31829" y="0"/>
                  <a:pt x="7109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62282" y="4416490"/>
            <a:ext cx="5145166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Mando del JEMAD. Desarrollo de acción conjunta y combinada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9895" y="5034087"/>
            <a:ext cx="11472210" cy="1590647"/>
          </a:xfrm>
          <a:custGeom>
            <a:avLst/>
            <a:gdLst/>
            <a:ahLst/>
            <a:cxnLst/>
            <a:rect l="l" t="t" r="r" b="b"/>
            <a:pathLst>
              <a:path w="11472210" h="1590647">
                <a:moveTo>
                  <a:pt x="106637" y="0"/>
                </a:moveTo>
                <a:lnTo>
                  <a:pt x="11365573" y="0"/>
                </a:lnTo>
                <a:cubicBezTo>
                  <a:pt x="11424467" y="0"/>
                  <a:pt x="11472210" y="47743"/>
                  <a:pt x="11472210" y="106637"/>
                </a:cubicBezTo>
                <a:lnTo>
                  <a:pt x="11472210" y="1484010"/>
                </a:lnTo>
                <a:cubicBezTo>
                  <a:pt x="11472210" y="1542904"/>
                  <a:pt x="11424467" y="1590647"/>
                  <a:pt x="11365573" y="1590647"/>
                </a:cubicBezTo>
                <a:lnTo>
                  <a:pt x="106637" y="1590647"/>
                </a:lnTo>
                <a:cubicBezTo>
                  <a:pt x="47782" y="1590647"/>
                  <a:pt x="0" y="1542865"/>
                  <a:pt x="0" y="1484010"/>
                </a:cubicBezTo>
                <a:lnTo>
                  <a:pt x="0" y="106637"/>
                </a:lnTo>
                <a:cubicBezTo>
                  <a:pt x="0" y="47782"/>
                  <a:pt x="47782" y="0"/>
                  <a:pt x="106637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4280" y="5251802"/>
            <a:ext cx="177726" cy="177726"/>
          </a:xfrm>
          <a:custGeom>
            <a:avLst/>
            <a:gdLst/>
            <a:ahLst/>
            <a:cxnLst/>
            <a:rect l="l" t="t" r="r" b="b"/>
            <a:pathLst>
              <a:path w="177726" h="177726">
                <a:moveTo>
                  <a:pt x="80706" y="1805"/>
                </a:moveTo>
                <a:cubicBezTo>
                  <a:pt x="85878" y="-590"/>
                  <a:pt x="91848" y="-590"/>
                  <a:pt x="97020" y="1805"/>
                </a:cubicBezTo>
                <a:lnTo>
                  <a:pt x="172901" y="36864"/>
                </a:lnTo>
                <a:cubicBezTo>
                  <a:pt x="175851" y="38218"/>
                  <a:pt x="177726" y="41169"/>
                  <a:pt x="177726" y="44431"/>
                </a:cubicBezTo>
                <a:cubicBezTo>
                  <a:pt x="177726" y="47694"/>
                  <a:pt x="175851" y="50645"/>
                  <a:pt x="172901" y="51999"/>
                </a:cubicBezTo>
                <a:lnTo>
                  <a:pt x="97020" y="87058"/>
                </a:lnTo>
                <a:cubicBezTo>
                  <a:pt x="91848" y="89453"/>
                  <a:pt x="85878" y="89453"/>
                  <a:pt x="80706" y="87058"/>
                </a:cubicBezTo>
                <a:lnTo>
                  <a:pt x="4825" y="51999"/>
                </a:lnTo>
                <a:cubicBezTo>
                  <a:pt x="1874" y="50610"/>
                  <a:pt x="0" y="47660"/>
                  <a:pt x="0" y="44431"/>
                </a:cubicBezTo>
                <a:cubicBezTo>
                  <a:pt x="0" y="41203"/>
                  <a:pt x="1874" y="38218"/>
                  <a:pt x="4825" y="36864"/>
                </a:cubicBezTo>
                <a:lnTo>
                  <a:pt x="80706" y="1805"/>
                </a:lnTo>
                <a:close/>
                <a:moveTo>
                  <a:pt x="16697" y="75811"/>
                </a:moveTo>
                <a:lnTo>
                  <a:pt x="73728" y="102158"/>
                </a:lnTo>
                <a:cubicBezTo>
                  <a:pt x="83344" y="106601"/>
                  <a:pt x="94417" y="106601"/>
                  <a:pt x="104032" y="102158"/>
                </a:cubicBezTo>
                <a:lnTo>
                  <a:pt x="161064" y="75811"/>
                </a:lnTo>
                <a:lnTo>
                  <a:pt x="172901" y="81296"/>
                </a:lnTo>
                <a:cubicBezTo>
                  <a:pt x="175851" y="82650"/>
                  <a:pt x="177726" y="85600"/>
                  <a:pt x="177726" y="88863"/>
                </a:cubicBezTo>
                <a:cubicBezTo>
                  <a:pt x="177726" y="92126"/>
                  <a:pt x="175851" y="95076"/>
                  <a:pt x="172901" y="96430"/>
                </a:cubicBezTo>
                <a:lnTo>
                  <a:pt x="97020" y="131489"/>
                </a:lnTo>
                <a:cubicBezTo>
                  <a:pt x="91848" y="133885"/>
                  <a:pt x="85878" y="133885"/>
                  <a:pt x="80706" y="131489"/>
                </a:cubicBezTo>
                <a:lnTo>
                  <a:pt x="4825" y="96430"/>
                </a:lnTo>
                <a:cubicBezTo>
                  <a:pt x="1874" y="95042"/>
                  <a:pt x="0" y="92091"/>
                  <a:pt x="0" y="88863"/>
                </a:cubicBezTo>
                <a:cubicBezTo>
                  <a:pt x="0" y="85635"/>
                  <a:pt x="1874" y="82650"/>
                  <a:pt x="4825" y="81296"/>
                </a:cubicBezTo>
                <a:lnTo>
                  <a:pt x="16662" y="75811"/>
                </a:lnTo>
                <a:close/>
                <a:moveTo>
                  <a:pt x="4825" y="125727"/>
                </a:moveTo>
                <a:lnTo>
                  <a:pt x="16662" y="120243"/>
                </a:lnTo>
                <a:lnTo>
                  <a:pt x="73694" y="146589"/>
                </a:lnTo>
                <a:cubicBezTo>
                  <a:pt x="83309" y="151032"/>
                  <a:pt x="94382" y="151032"/>
                  <a:pt x="103997" y="146589"/>
                </a:cubicBezTo>
                <a:lnTo>
                  <a:pt x="161029" y="120243"/>
                </a:lnTo>
                <a:lnTo>
                  <a:pt x="172866" y="125727"/>
                </a:lnTo>
                <a:cubicBezTo>
                  <a:pt x="175817" y="127081"/>
                  <a:pt x="177691" y="130032"/>
                  <a:pt x="177691" y="133294"/>
                </a:cubicBezTo>
                <a:cubicBezTo>
                  <a:pt x="177691" y="136557"/>
                  <a:pt x="175817" y="139508"/>
                  <a:pt x="172866" y="140862"/>
                </a:cubicBezTo>
                <a:lnTo>
                  <a:pt x="96986" y="175921"/>
                </a:lnTo>
                <a:cubicBezTo>
                  <a:pt x="91814" y="178316"/>
                  <a:pt x="85843" y="178316"/>
                  <a:pt x="80671" y="175921"/>
                </a:cubicBezTo>
                <a:lnTo>
                  <a:pt x="4825" y="140862"/>
                </a:lnTo>
                <a:cubicBezTo>
                  <a:pt x="1874" y="139473"/>
                  <a:pt x="0" y="136523"/>
                  <a:pt x="0" y="133294"/>
                </a:cubicBezTo>
                <a:cubicBezTo>
                  <a:pt x="0" y="130066"/>
                  <a:pt x="1874" y="127081"/>
                  <a:pt x="4825" y="12572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8" name="Text 26"/>
          <p:cNvSpPr/>
          <p:nvPr/>
        </p:nvSpPr>
        <p:spPr>
          <a:xfrm>
            <a:off x="764222" y="5216257"/>
            <a:ext cx="10974577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Los Tres Ejércitos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2064" y="5607254"/>
            <a:ext cx="3607837" cy="835312"/>
          </a:xfrm>
          <a:custGeom>
            <a:avLst/>
            <a:gdLst/>
            <a:ahLst/>
            <a:cxnLst/>
            <a:rect l="l" t="t" r="r" b="b"/>
            <a:pathLst>
              <a:path w="3607837" h="835312">
                <a:moveTo>
                  <a:pt x="71093" y="0"/>
                </a:moveTo>
                <a:lnTo>
                  <a:pt x="3536743" y="0"/>
                </a:lnTo>
                <a:cubicBezTo>
                  <a:pt x="3576007" y="0"/>
                  <a:pt x="3607837" y="31830"/>
                  <a:pt x="3607837" y="71093"/>
                </a:cubicBezTo>
                <a:lnTo>
                  <a:pt x="3607837" y="764219"/>
                </a:lnTo>
                <a:cubicBezTo>
                  <a:pt x="3607837" y="803482"/>
                  <a:pt x="3576007" y="835312"/>
                  <a:pt x="3536743" y="835312"/>
                </a:cubicBezTo>
                <a:lnTo>
                  <a:pt x="71093" y="835312"/>
                </a:lnTo>
                <a:cubicBezTo>
                  <a:pt x="31856" y="835312"/>
                  <a:pt x="0" y="803456"/>
                  <a:pt x="0" y="764219"/>
                </a:cubicBezTo>
                <a:lnTo>
                  <a:pt x="0" y="71093"/>
                </a:lnTo>
                <a:cubicBezTo>
                  <a:pt x="0" y="31830"/>
                  <a:pt x="31830" y="0"/>
                  <a:pt x="710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98803" y="5749434"/>
            <a:ext cx="299913" cy="266589"/>
          </a:xfrm>
          <a:custGeom>
            <a:avLst/>
            <a:gdLst/>
            <a:ahLst/>
            <a:cxnLst/>
            <a:rect l="l" t="t" r="r" b="b"/>
            <a:pathLst>
              <a:path w="299913" h="266589">
                <a:moveTo>
                  <a:pt x="149956" y="33324"/>
                </a:moveTo>
                <a:cubicBezTo>
                  <a:pt x="140760" y="33324"/>
                  <a:pt x="133294" y="40790"/>
                  <a:pt x="133294" y="49985"/>
                </a:cubicBezTo>
                <a:cubicBezTo>
                  <a:pt x="133294" y="59181"/>
                  <a:pt x="140760" y="66647"/>
                  <a:pt x="149956" y="66647"/>
                </a:cubicBezTo>
                <a:cubicBezTo>
                  <a:pt x="159152" y="66647"/>
                  <a:pt x="166618" y="59181"/>
                  <a:pt x="166618" y="49985"/>
                </a:cubicBezTo>
                <a:cubicBezTo>
                  <a:pt x="166618" y="40790"/>
                  <a:pt x="159152" y="33324"/>
                  <a:pt x="149956" y="33324"/>
                </a:cubicBezTo>
                <a:close/>
                <a:moveTo>
                  <a:pt x="99971" y="49985"/>
                </a:moveTo>
                <a:cubicBezTo>
                  <a:pt x="99971" y="22389"/>
                  <a:pt x="122360" y="0"/>
                  <a:pt x="149956" y="0"/>
                </a:cubicBezTo>
                <a:cubicBezTo>
                  <a:pt x="177552" y="0"/>
                  <a:pt x="199942" y="22389"/>
                  <a:pt x="199942" y="49985"/>
                </a:cubicBezTo>
                <a:cubicBezTo>
                  <a:pt x="199942" y="71750"/>
                  <a:pt x="186039" y="90286"/>
                  <a:pt x="166618" y="97107"/>
                </a:cubicBezTo>
                <a:lnTo>
                  <a:pt x="166618" y="231391"/>
                </a:lnTo>
                <a:cubicBezTo>
                  <a:pt x="199369" y="223945"/>
                  <a:pt x="223997" y="195099"/>
                  <a:pt x="224882" y="160318"/>
                </a:cubicBezTo>
                <a:lnTo>
                  <a:pt x="216499" y="167659"/>
                </a:lnTo>
                <a:cubicBezTo>
                  <a:pt x="211293" y="172189"/>
                  <a:pt x="203430" y="171669"/>
                  <a:pt x="198848" y="166462"/>
                </a:cubicBezTo>
                <a:cubicBezTo>
                  <a:pt x="194266" y="161255"/>
                  <a:pt x="194839" y="153393"/>
                  <a:pt x="200046" y="148811"/>
                </a:cubicBezTo>
                <a:lnTo>
                  <a:pt x="233369" y="119653"/>
                </a:lnTo>
                <a:cubicBezTo>
                  <a:pt x="238056" y="115539"/>
                  <a:pt x="245137" y="115539"/>
                  <a:pt x="249823" y="119653"/>
                </a:cubicBezTo>
                <a:lnTo>
                  <a:pt x="283147" y="148811"/>
                </a:lnTo>
                <a:cubicBezTo>
                  <a:pt x="288353" y="153341"/>
                  <a:pt x="288874" y="161255"/>
                  <a:pt x="284344" y="166462"/>
                </a:cubicBezTo>
                <a:cubicBezTo>
                  <a:pt x="279814" y="171669"/>
                  <a:pt x="271900" y="172189"/>
                  <a:pt x="266693" y="167659"/>
                </a:cubicBezTo>
                <a:lnTo>
                  <a:pt x="258258" y="160318"/>
                </a:lnTo>
                <a:cubicBezTo>
                  <a:pt x="257165" y="219207"/>
                  <a:pt x="209106" y="266589"/>
                  <a:pt x="149956" y="266589"/>
                </a:cubicBezTo>
                <a:cubicBezTo>
                  <a:pt x="90807" y="266589"/>
                  <a:pt x="42748" y="219207"/>
                  <a:pt x="41655" y="160318"/>
                </a:cubicBezTo>
                <a:lnTo>
                  <a:pt x="33219" y="167712"/>
                </a:lnTo>
                <a:cubicBezTo>
                  <a:pt x="28013" y="172241"/>
                  <a:pt x="20150" y="171721"/>
                  <a:pt x="15568" y="166514"/>
                </a:cubicBezTo>
                <a:cubicBezTo>
                  <a:pt x="10986" y="161307"/>
                  <a:pt x="11559" y="153445"/>
                  <a:pt x="16766" y="148863"/>
                </a:cubicBezTo>
                <a:lnTo>
                  <a:pt x="50090" y="119705"/>
                </a:lnTo>
                <a:cubicBezTo>
                  <a:pt x="54776" y="115591"/>
                  <a:pt x="61857" y="115591"/>
                  <a:pt x="66543" y="119705"/>
                </a:cubicBezTo>
                <a:lnTo>
                  <a:pt x="99867" y="148863"/>
                </a:lnTo>
                <a:cubicBezTo>
                  <a:pt x="105074" y="153393"/>
                  <a:pt x="105594" y="161307"/>
                  <a:pt x="101064" y="166514"/>
                </a:cubicBezTo>
                <a:cubicBezTo>
                  <a:pt x="96534" y="171721"/>
                  <a:pt x="88620" y="172241"/>
                  <a:pt x="83413" y="167712"/>
                </a:cubicBezTo>
                <a:lnTo>
                  <a:pt x="75030" y="160370"/>
                </a:lnTo>
                <a:cubicBezTo>
                  <a:pt x="75967" y="195151"/>
                  <a:pt x="100596" y="223997"/>
                  <a:pt x="133294" y="231443"/>
                </a:cubicBezTo>
                <a:lnTo>
                  <a:pt x="133294" y="97159"/>
                </a:lnTo>
                <a:cubicBezTo>
                  <a:pt x="113873" y="90286"/>
                  <a:pt x="99971" y="71802"/>
                  <a:pt x="99971" y="5003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8700" y="6087114"/>
            <a:ext cx="33945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Armada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93331" y="5607254"/>
            <a:ext cx="3607837" cy="835312"/>
          </a:xfrm>
          <a:custGeom>
            <a:avLst/>
            <a:gdLst/>
            <a:ahLst/>
            <a:cxnLst/>
            <a:rect l="l" t="t" r="r" b="b"/>
            <a:pathLst>
              <a:path w="3607837" h="835312">
                <a:moveTo>
                  <a:pt x="71093" y="0"/>
                </a:moveTo>
                <a:lnTo>
                  <a:pt x="3536743" y="0"/>
                </a:lnTo>
                <a:cubicBezTo>
                  <a:pt x="3576007" y="0"/>
                  <a:pt x="3607837" y="31830"/>
                  <a:pt x="3607837" y="71093"/>
                </a:cubicBezTo>
                <a:lnTo>
                  <a:pt x="3607837" y="764219"/>
                </a:lnTo>
                <a:cubicBezTo>
                  <a:pt x="3607837" y="803482"/>
                  <a:pt x="3576007" y="835312"/>
                  <a:pt x="3536743" y="835312"/>
                </a:cubicBezTo>
                <a:lnTo>
                  <a:pt x="71093" y="835312"/>
                </a:lnTo>
                <a:cubicBezTo>
                  <a:pt x="31856" y="835312"/>
                  <a:pt x="0" y="803456"/>
                  <a:pt x="0" y="764219"/>
                </a:cubicBezTo>
                <a:lnTo>
                  <a:pt x="0" y="71093"/>
                </a:lnTo>
                <a:cubicBezTo>
                  <a:pt x="0" y="31830"/>
                  <a:pt x="31830" y="0"/>
                  <a:pt x="710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50070" y="5749434"/>
            <a:ext cx="299913" cy="266589"/>
          </a:xfrm>
          <a:custGeom>
            <a:avLst/>
            <a:gdLst/>
            <a:ahLst/>
            <a:cxnLst/>
            <a:rect l="l" t="t" r="r" b="b"/>
            <a:pathLst>
              <a:path w="299913" h="266589">
                <a:moveTo>
                  <a:pt x="258362" y="107677"/>
                </a:moveTo>
                <a:cubicBezTo>
                  <a:pt x="252791" y="105334"/>
                  <a:pt x="246803" y="104136"/>
                  <a:pt x="240763" y="104136"/>
                </a:cubicBezTo>
                <a:lnTo>
                  <a:pt x="188487" y="104136"/>
                </a:lnTo>
                <a:lnTo>
                  <a:pt x="129129" y="24993"/>
                </a:lnTo>
                <a:lnTo>
                  <a:pt x="154122" y="24993"/>
                </a:lnTo>
                <a:cubicBezTo>
                  <a:pt x="161047" y="24993"/>
                  <a:pt x="166618" y="19421"/>
                  <a:pt x="166618" y="12496"/>
                </a:cubicBezTo>
                <a:cubicBezTo>
                  <a:pt x="166618" y="5571"/>
                  <a:pt x="161047" y="0"/>
                  <a:pt x="154122" y="0"/>
                </a:cubicBezTo>
                <a:lnTo>
                  <a:pt x="79144" y="0"/>
                </a:lnTo>
                <a:cubicBezTo>
                  <a:pt x="72219" y="0"/>
                  <a:pt x="66647" y="5571"/>
                  <a:pt x="66647" y="12496"/>
                </a:cubicBezTo>
                <a:cubicBezTo>
                  <a:pt x="66647" y="19421"/>
                  <a:pt x="72219" y="24993"/>
                  <a:pt x="79144" y="24993"/>
                </a:cubicBezTo>
                <a:lnTo>
                  <a:pt x="83309" y="24993"/>
                </a:lnTo>
                <a:lnTo>
                  <a:pt x="83309" y="104136"/>
                </a:lnTo>
                <a:lnTo>
                  <a:pt x="54984" y="104136"/>
                </a:lnTo>
                <a:lnTo>
                  <a:pt x="27492" y="69771"/>
                </a:lnTo>
                <a:cubicBezTo>
                  <a:pt x="25930" y="67793"/>
                  <a:pt x="23535" y="66647"/>
                  <a:pt x="20983" y="66647"/>
                </a:cubicBezTo>
                <a:lnTo>
                  <a:pt x="8331" y="66647"/>
                </a:lnTo>
                <a:cubicBezTo>
                  <a:pt x="3749" y="66647"/>
                  <a:pt x="0" y="70396"/>
                  <a:pt x="0" y="74978"/>
                </a:cubicBezTo>
                <a:lnTo>
                  <a:pt x="0" y="120798"/>
                </a:lnTo>
                <a:lnTo>
                  <a:pt x="20827" y="120798"/>
                </a:lnTo>
                <a:cubicBezTo>
                  <a:pt x="27752" y="120798"/>
                  <a:pt x="33324" y="126369"/>
                  <a:pt x="33324" y="133294"/>
                </a:cubicBezTo>
                <a:cubicBezTo>
                  <a:pt x="33324" y="140220"/>
                  <a:pt x="27752" y="145791"/>
                  <a:pt x="20827" y="145791"/>
                </a:cubicBezTo>
                <a:lnTo>
                  <a:pt x="0" y="145791"/>
                </a:lnTo>
                <a:lnTo>
                  <a:pt x="0" y="191611"/>
                </a:lnTo>
                <a:cubicBezTo>
                  <a:pt x="0" y="196193"/>
                  <a:pt x="3749" y="199942"/>
                  <a:pt x="8331" y="199942"/>
                </a:cubicBezTo>
                <a:lnTo>
                  <a:pt x="20983" y="199942"/>
                </a:lnTo>
                <a:cubicBezTo>
                  <a:pt x="23535" y="199942"/>
                  <a:pt x="25930" y="198796"/>
                  <a:pt x="27492" y="196818"/>
                </a:cubicBezTo>
                <a:lnTo>
                  <a:pt x="54984" y="162453"/>
                </a:lnTo>
                <a:lnTo>
                  <a:pt x="83309" y="162453"/>
                </a:lnTo>
                <a:lnTo>
                  <a:pt x="83309" y="241596"/>
                </a:lnTo>
                <a:lnTo>
                  <a:pt x="79144" y="241596"/>
                </a:lnTo>
                <a:cubicBezTo>
                  <a:pt x="72219" y="241596"/>
                  <a:pt x="66647" y="247168"/>
                  <a:pt x="66647" y="254093"/>
                </a:cubicBezTo>
                <a:cubicBezTo>
                  <a:pt x="66647" y="261018"/>
                  <a:pt x="72219" y="266589"/>
                  <a:pt x="79144" y="266589"/>
                </a:cubicBezTo>
                <a:lnTo>
                  <a:pt x="154122" y="266589"/>
                </a:lnTo>
                <a:cubicBezTo>
                  <a:pt x="161047" y="266589"/>
                  <a:pt x="166618" y="261018"/>
                  <a:pt x="166618" y="254093"/>
                </a:cubicBezTo>
                <a:cubicBezTo>
                  <a:pt x="166618" y="247168"/>
                  <a:pt x="161047" y="241596"/>
                  <a:pt x="154122" y="241596"/>
                </a:cubicBezTo>
                <a:lnTo>
                  <a:pt x="129129" y="241596"/>
                </a:lnTo>
                <a:lnTo>
                  <a:pt x="188487" y="162453"/>
                </a:lnTo>
                <a:lnTo>
                  <a:pt x="240763" y="162453"/>
                </a:lnTo>
                <a:cubicBezTo>
                  <a:pt x="246803" y="162453"/>
                  <a:pt x="252791" y="161255"/>
                  <a:pt x="258362" y="158912"/>
                </a:cubicBezTo>
                <a:lnTo>
                  <a:pt x="292206" y="144802"/>
                </a:lnTo>
                <a:cubicBezTo>
                  <a:pt x="296841" y="142875"/>
                  <a:pt x="299913" y="138293"/>
                  <a:pt x="299913" y="133242"/>
                </a:cubicBezTo>
                <a:cubicBezTo>
                  <a:pt x="299913" y="128192"/>
                  <a:pt x="296893" y="123662"/>
                  <a:pt x="292206" y="121683"/>
                </a:cubicBezTo>
                <a:lnTo>
                  <a:pt x="258362" y="107573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4" name="Text 32"/>
          <p:cNvSpPr/>
          <p:nvPr/>
        </p:nvSpPr>
        <p:spPr>
          <a:xfrm>
            <a:off x="4399967" y="6087114"/>
            <a:ext cx="33945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Ejército del Aire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44598" y="5607254"/>
            <a:ext cx="3607837" cy="835312"/>
          </a:xfrm>
          <a:custGeom>
            <a:avLst/>
            <a:gdLst/>
            <a:ahLst/>
            <a:cxnLst/>
            <a:rect l="l" t="t" r="r" b="b"/>
            <a:pathLst>
              <a:path w="3607837" h="835312">
                <a:moveTo>
                  <a:pt x="71093" y="0"/>
                </a:moveTo>
                <a:lnTo>
                  <a:pt x="3536743" y="0"/>
                </a:lnTo>
                <a:cubicBezTo>
                  <a:pt x="3576007" y="0"/>
                  <a:pt x="3607837" y="31830"/>
                  <a:pt x="3607837" y="71093"/>
                </a:cubicBezTo>
                <a:lnTo>
                  <a:pt x="3607837" y="764219"/>
                </a:lnTo>
                <a:cubicBezTo>
                  <a:pt x="3607837" y="803482"/>
                  <a:pt x="3576007" y="835312"/>
                  <a:pt x="3536743" y="835312"/>
                </a:cubicBezTo>
                <a:lnTo>
                  <a:pt x="71093" y="835312"/>
                </a:lnTo>
                <a:cubicBezTo>
                  <a:pt x="31856" y="835312"/>
                  <a:pt x="0" y="803456"/>
                  <a:pt x="0" y="764219"/>
                </a:cubicBezTo>
                <a:lnTo>
                  <a:pt x="0" y="71093"/>
                </a:lnTo>
                <a:cubicBezTo>
                  <a:pt x="0" y="31830"/>
                  <a:pt x="31830" y="0"/>
                  <a:pt x="710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701476" y="5749434"/>
            <a:ext cx="299913" cy="266589"/>
          </a:xfrm>
          <a:custGeom>
            <a:avLst/>
            <a:gdLst/>
            <a:ahLst/>
            <a:cxnLst/>
            <a:rect l="l" t="t" r="r" b="b"/>
            <a:pathLst>
              <a:path w="299913" h="266589">
                <a:moveTo>
                  <a:pt x="154122" y="99971"/>
                </a:moveTo>
                <a:cubicBezTo>
                  <a:pt x="143135" y="93671"/>
                  <a:pt x="132097" y="87370"/>
                  <a:pt x="116633" y="84715"/>
                </a:cubicBezTo>
                <a:lnTo>
                  <a:pt x="116633" y="11663"/>
                </a:lnTo>
                <a:cubicBezTo>
                  <a:pt x="134180" y="6769"/>
                  <a:pt x="162140" y="0"/>
                  <a:pt x="183280" y="0"/>
                </a:cubicBezTo>
                <a:cubicBezTo>
                  <a:pt x="233265" y="0"/>
                  <a:pt x="299913" y="24993"/>
                  <a:pt x="299913" y="66647"/>
                </a:cubicBezTo>
                <a:cubicBezTo>
                  <a:pt x="299913" y="108302"/>
                  <a:pt x="237639" y="116633"/>
                  <a:pt x="208273" y="116633"/>
                </a:cubicBezTo>
                <a:cubicBezTo>
                  <a:pt x="183280" y="116633"/>
                  <a:pt x="168701" y="108302"/>
                  <a:pt x="154122" y="99971"/>
                </a:cubicBezTo>
                <a:close/>
                <a:moveTo>
                  <a:pt x="66647" y="16662"/>
                </a:moveTo>
                <a:lnTo>
                  <a:pt x="91640" y="16662"/>
                </a:lnTo>
                <a:lnTo>
                  <a:pt x="91640" y="83309"/>
                </a:lnTo>
                <a:lnTo>
                  <a:pt x="66647" y="83309"/>
                </a:lnTo>
                <a:cubicBezTo>
                  <a:pt x="48267" y="83309"/>
                  <a:pt x="33324" y="68365"/>
                  <a:pt x="33324" y="49985"/>
                </a:cubicBezTo>
                <a:cubicBezTo>
                  <a:pt x="33324" y="31605"/>
                  <a:pt x="48267" y="16662"/>
                  <a:pt x="66647" y="16662"/>
                </a:cubicBezTo>
                <a:close/>
                <a:moveTo>
                  <a:pt x="120798" y="166618"/>
                </a:moveTo>
                <a:cubicBezTo>
                  <a:pt x="135377" y="158287"/>
                  <a:pt x="149956" y="149956"/>
                  <a:pt x="174949" y="149956"/>
                </a:cubicBezTo>
                <a:cubicBezTo>
                  <a:pt x="204315" y="149956"/>
                  <a:pt x="266589" y="158287"/>
                  <a:pt x="266589" y="199942"/>
                </a:cubicBezTo>
                <a:cubicBezTo>
                  <a:pt x="266589" y="241596"/>
                  <a:pt x="199942" y="266589"/>
                  <a:pt x="149956" y="266589"/>
                </a:cubicBezTo>
                <a:cubicBezTo>
                  <a:pt x="128869" y="266589"/>
                  <a:pt x="100856" y="259820"/>
                  <a:pt x="83309" y="254926"/>
                </a:cubicBezTo>
                <a:lnTo>
                  <a:pt x="83309" y="181874"/>
                </a:lnTo>
                <a:cubicBezTo>
                  <a:pt x="98773" y="179166"/>
                  <a:pt x="109812" y="172866"/>
                  <a:pt x="120798" y="166566"/>
                </a:cubicBezTo>
                <a:close/>
                <a:moveTo>
                  <a:pt x="33324" y="249927"/>
                </a:moveTo>
                <a:cubicBezTo>
                  <a:pt x="14944" y="249927"/>
                  <a:pt x="0" y="234984"/>
                  <a:pt x="0" y="216603"/>
                </a:cubicBezTo>
                <a:cubicBezTo>
                  <a:pt x="0" y="198223"/>
                  <a:pt x="14944" y="183280"/>
                  <a:pt x="33324" y="183280"/>
                </a:cubicBezTo>
                <a:lnTo>
                  <a:pt x="58316" y="183280"/>
                </a:lnTo>
                <a:lnTo>
                  <a:pt x="58316" y="249927"/>
                </a:lnTo>
                <a:lnTo>
                  <a:pt x="33324" y="249927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7" name="Text 35"/>
          <p:cNvSpPr/>
          <p:nvPr/>
        </p:nvSpPr>
        <p:spPr>
          <a:xfrm>
            <a:off x="8151234" y="6087114"/>
            <a:ext cx="33945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Ejército de Tierra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fefdcab21e911932b89d839eb6776645c724118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865" b="786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50000">
                <a:srgbClr val="000000">
                  <a:alpha val="95000"/>
                </a:srgbClr>
              </a:gs>
              <a:gs pos="100000">
                <a:srgbClr val="000000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52500" y="49530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TÍTULO III - ART. 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952500"/>
            <a:ext cx="40671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Misiones de las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Fuerzas Armadas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0525" y="2295525"/>
            <a:ext cx="5619750" cy="1238250"/>
          </a:xfrm>
          <a:custGeom>
            <a:avLst/>
            <a:gdLst/>
            <a:ahLst/>
            <a:cxnLst/>
            <a:rect l="l" t="t" r="r" b="b"/>
            <a:pathLst>
              <a:path w="5619750" h="1238250">
                <a:moveTo>
                  <a:pt x="114303" y="0"/>
                </a:moveTo>
                <a:lnTo>
                  <a:pt x="5505447" y="0"/>
                </a:lnTo>
                <a:cubicBezTo>
                  <a:pt x="5568533" y="0"/>
                  <a:pt x="5619750" y="51217"/>
                  <a:pt x="5619750" y="114303"/>
                </a:cubicBezTo>
                <a:lnTo>
                  <a:pt x="5619750" y="1123947"/>
                </a:lnTo>
                <a:cubicBezTo>
                  <a:pt x="5619750" y="1187033"/>
                  <a:pt x="5568533" y="1238250"/>
                  <a:pt x="5505447" y="1238250"/>
                </a:cubicBezTo>
                <a:lnTo>
                  <a:pt x="114303" y="1238250"/>
                </a:lnTo>
                <a:cubicBezTo>
                  <a:pt x="51217" y="1238250"/>
                  <a:pt x="0" y="1187033"/>
                  <a:pt x="0" y="1123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DDFF00">
              <a:alpha val="20000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0550" y="2495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Text 8"/>
          <p:cNvSpPr/>
          <p:nvPr/>
        </p:nvSpPr>
        <p:spPr>
          <a:xfrm>
            <a:off x="542925" y="24955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00150" y="249555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Garantía Constitucional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00150" y="283845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Garantizar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soberanía e independencia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España, defender su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integridad territorial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ordenamiento constitucional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5763" y="3662362"/>
            <a:ext cx="5629275" cy="1228725"/>
          </a:xfrm>
          <a:custGeom>
            <a:avLst/>
            <a:gdLst/>
            <a:ahLst/>
            <a:cxnLst/>
            <a:rect l="l" t="t" r="r" b="b"/>
            <a:pathLst>
              <a:path w="5629275" h="1228725">
                <a:moveTo>
                  <a:pt x="114296" y="0"/>
                </a:moveTo>
                <a:lnTo>
                  <a:pt x="5514979" y="0"/>
                </a:lnTo>
                <a:cubicBezTo>
                  <a:pt x="5578103" y="0"/>
                  <a:pt x="5629275" y="51172"/>
                  <a:pt x="5629275" y="114296"/>
                </a:cubicBezTo>
                <a:lnTo>
                  <a:pt x="5629275" y="1114429"/>
                </a:lnTo>
                <a:cubicBezTo>
                  <a:pt x="5629275" y="1177553"/>
                  <a:pt x="5578103" y="1228725"/>
                  <a:pt x="55149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1025" y="3857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33400" y="38576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90625" y="3857625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Seguridad Internacional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90625" y="4200525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Contribuir a la seguridad y defensa de España y aliados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organizaciones internacionales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(OTAN, UE, ONU)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5763" y="5014913"/>
            <a:ext cx="5629275" cy="1228725"/>
          </a:xfrm>
          <a:custGeom>
            <a:avLst/>
            <a:gdLst/>
            <a:ahLst/>
            <a:cxnLst/>
            <a:rect l="l" t="t" r="r" b="b"/>
            <a:pathLst>
              <a:path w="5629275" h="1228725">
                <a:moveTo>
                  <a:pt x="114296" y="0"/>
                </a:moveTo>
                <a:lnTo>
                  <a:pt x="5514979" y="0"/>
                </a:lnTo>
                <a:cubicBezTo>
                  <a:pt x="5578103" y="0"/>
                  <a:pt x="5629275" y="51172"/>
                  <a:pt x="5629275" y="114296"/>
                </a:cubicBezTo>
                <a:lnTo>
                  <a:pt x="5629275" y="1114429"/>
                </a:lnTo>
                <a:cubicBezTo>
                  <a:pt x="5629275" y="1177553"/>
                  <a:pt x="5578103" y="1228725"/>
                  <a:pt x="55149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1025" y="5210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33400" y="52101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90625" y="5210175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Paz y Ayuda Humanitaria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90625" y="5553075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Mantenimiento de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paz, estabilidad y ayuda humanitaria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internacional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76963" y="2290763"/>
            <a:ext cx="5629275" cy="1228725"/>
          </a:xfrm>
          <a:custGeom>
            <a:avLst/>
            <a:gdLst/>
            <a:ahLst/>
            <a:cxnLst/>
            <a:rect l="l" t="t" r="r" b="b"/>
            <a:pathLst>
              <a:path w="5629275" h="1228725">
                <a:moveTo>
                  <a:pt x="114296" y="0"/>
                </a:moveTo>
                <a:lnTo>
                  <a:pt x="5514979" y="0"/>
                </a:lnTo>
                <a:cubicBezTo>
                  <a:pt x="5578103" y="0"/>
                  <a:pt x="5629275" y="51172"/>
                  <a:pt x="5629275" y="114296"/>
                </a:cubicBezTo>
                <a:lnTo>
                  <a:pt x="5629275" y="1114429"/>
                </a:lnTo>
                <a:cubicBezTo>
                  <a:pt x="5629275" y="1177553"/>
                  <a:pt x="5578103" y="1228725"/>
                  <a:pt x="55149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72225" y="2486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324600" y="24860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81825" y="2486025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Protección Civil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81825" y="2828925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Preservar seguridad y bienestar de ciudadanos en supuestos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grave riesgo, catástrofe o calamidad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76963" y="3643313"/>
            <a:ext cx="5629275" cy="1228725"/>
          </a:xfrm>
          <a:custGeom>
            <a:avLst/>
            <a:gdLst/>
            <a:ahLst/>
            <a:cxnLst/>
            <a:rect l="l" t="t" r="r" b="b"/>
            <a:pathLst>
              <a:path w="5629275" h="1228725">
                <a:moveTo>
                  <a:pt x="114296" y="0"/>
                </a:moveTo>
                <a:lnTo>
                  <a:pt x="5514979" y="0"/>
                </a:lnTo>
                <a:cubicBezTo>
                  <a:pt x="5578103" y="0"/>
                  <a:pt x="5629275" y="51172"/>
                  <a:pt x="5629275" y="114296"/>
                </a:cubicBezTo>
                <a:lnTo>
                  <a:pt x="5629275" y="1114429"/>
                </a:lnTo>
                <a:cubicBezTo>
                  <a:pt x="5629275" y="1177553"/>
                  <a:pt x="5578103" y="1228725"/>
                  <a:pt x="55149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72225" y="3838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324600" y="38385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981825" y="3838575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Evacuación de Residentes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981825" y="4181475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Misiones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evacuación de españoles en el extranjero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cuando su vida esté en grave riesgo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76963" y="4995863"/>
            <a:ext cx="5629275" cy="981075"/>
          </a:xfrm>
          <a:custGeom>
            <a:avLst/>
            <a:gdLst/>
            <a:ahLst/>
            <a:cxnLst/>
            <a:rect l="l" t="t" r="r" b="b"/>
            <a:pathLst>
              <a:path w="5629275" h="981075">
                <a:moveTo>
                  <a:pt x="114295" y="0"/>
                </a:moveTo>
                <a:lnTo>
                  <a:pt x="5514980" y="0"/>
                </a:lnTo>
                <a:cubicBezTo>
                  <a:pt x="5578103" y="0"/>
                  <a:pt x="5629275" y="51172"/>
                  <a:pt x="5629275" y="114295"/>
                </a:cubicBezTo>
                <a:lnTo>
                  <a:pt x="5629275" y="866780"/>
                </a:lnTo>
                <a:cubicBezTo>
                  <a:pt x="5629275" y="929903"/>
                  <a:pt x="5578103" y="981075"/>
                  <a:pt x="5514980" y="981075"/>
                </a:cubicBezTo>
                <a:lnTo>
                  <a:pt x="114295" y="981075"/>
                </a:lnTo>
                <a:cubicBezTo>
                  <a:pt x="51172" y="981075"/>
                  <a:pt x="0" y="929903"/>
                  <a:pt x="0" y="86678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72225" y="519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324600" y="51911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981825" y="5191125"/>
            <a:ext cx="429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Lucha Antiterrorista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981825" y="5534025"/>
            <a:ext cx="4276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Apoyo a Fuerzas de Seguridad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lucha contra el terrorismo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smadrid.com/a72363313ac2d978ea618be49f2d04d2c1653d31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4882" r="488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50000">
                <a:srgbClr val="000000">
                  <a:alpha val="95000"/>
                </a:srgbClr>
              </a:gs>
              <a:gs pos="100000">
                <a:srgbClr val="000000">
                  <a:alpha val="85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52500" y="4953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ARTÍCULOS 17-19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952500"/>
            <a:ext cx="59721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Control Parlamentario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 Misiones en el Exterior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0525" y="2295525"/>
            <a:ext cx="5600700" cy="2038350"/>
          </a:xfrm>
          <a:custGeom>
            <a:avLst/>
            <a:gdLst/>
            <a:ahLst/>
            <a:cxnLst/>
            <a:rect l="l" t="t" r="r" b="b"/>
            <a:pathLst>
              <a:path w="5600700" h="2038350">
                <a:moveTo>
                  <a:pt x="114290" y="0"/>
                </a:moveTo>
                <a:lnTo>
                  <a:pt x="5486410" y="0"/>
                </a:lnTo>
                <a:cubicBezTo>
                  <a:pt x="5549530" y="0"/>
                  <a:pt x="5600700" y="51170"/>
                  <a:pt x="5600700" y="114290"/>
                </a:cubicBezTo>
                <a:lnTo>
                  <a:pt x="5600700" y="1924060"/>
                </a:lnTo>
                <a:cubicBezTo>
                  <a:pt x="5600700" y="1987180"/>
                  <a:pt x="5549530" y="2038350"/>
                  <a:pt x="5486410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DDFF00">
              <a:alpha val="10196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8891" y="25336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94655" y="85613"/>
                </a:moveTo>
                <a:lnTo>
                  <a:pt x="84218" y="75177"/>
                </a:lnTo>
                <a:cubicBezTo>
                  <a:pt x="77242" y="68200"/>
                  <a:pt x="77242" y="56871"/>
                  <a:pt x="84218" y="49895"/>
                </a:cubicBezTo>
                <a:lnTo>
                  <a:pt x="148233" y="-14176"/>
                </a:lnTo>
                <a:cubicBezTo>
                  <a:pt x="155209" y="-21152"/>
                  <a:pt x="166539" y="-21152"/>
                  <a:pt x="173515" y="-14176"/>
                </a:cubicBezTo>
                <a:lnTo>
                  <a:pt x="183952" y="-3683"/>
                </a:lnTo>
                <a:cubicBezTo>
                  <a:pt x="190928" y="3293"/>
                  <a:pt x="190928" y="14622"/>
                  <a:pt x="183952" y="21599"/>
                </a:cubicBezTo>
                <a:lnTo>
                  <a:pt x="119937" y="85613"/>
                </a:lnTo>
                <a:cubicBezTo>
                  <a:pt x="112961" y="92590"/>
                  <a:pt x="101631" y="92590"/>
                  <a:pt x="94655" y="85613"/>
                </a:cubicBezTo>
                <a:close/>
                <a:moveTo>
                  <a:pt x="154037" y="118151"/>
                </a:moveTo>
                <a:lnTo>
                  <a:pt x="136513" y="100626"/>
                </a:lnTo>
                <a:lnTo>
                  <a:pt x="199020" y="38119"/>
                </a:lnTo>
                <a:lnTo>
                  <a:pt x="265658" y="104756"/>
                </a:lnTo>
                <a:lnTo>
                  <a:pt x="203150" y="167264"/>
                </a:lnTo>
                <a:lnTo>
                  <a:pt x="185626" y="149740"/>
                </a:lnTo>
                <a:lnTo>
                  <a:pt x="56145" y="279220"/>
                </a:lnTo>
                <a:cubicBezTo>
                  <a:pt x="47439" y="287927"/>
                  <a:pt x="33319" y="287927"/>
                  <a:pt x="24557" y="279220"/>
                </a:cubicBezTo>
                <a:cubicBezTo>
                  <a:pt x="15794" y="270514"/>
                  <a:pt x="15850" y="256394"/>
                  <a:pt x="24557" y="247631"/>
                </a:cubicBezTo>
                <a:lnTo>
                  <a:pt x="154037" y="118151"/>
                </a:lnTo>
                <a:close/>
                <a:moveTo>
                  <a:pt x="218163" y="209066"/>
                </a:moveTo>
                <a:cubicBezTo>
                  <a:pt x="211187" y="202090"/>
                  <a:pt x="211187" y="190760"/>
                  <a:pt x="218163" y="183784"/>
                </a:cubicBezTo>
                <a:lnTo>
                  <a:pt x="282178" y="119769"/>
                </a:lnTo>
                <a:cubicBezTo>
                  <a:pt x="289154" y="112793"/>
                  <a:pt x="300484" y="112793"/>
                  <a:pt x="307460" y="119769"/>
                </a:cubicBezTo>
                <a:lnTo>
                  <a:pt x="317897" y="130206"/>
                </a:lnTo>
                <a:cubicBezTo>
                  <a:pt x="324873" y="137182"/>
                  <a:pt x="324873" y="148512"/>
                  <a:pt x="317897" y="155488"/>
                </a:cubicBezTo>
                <a:lnTo>
                  <a:pt x="253882" y="219559"/>
                </a:lnTo>
                <a:cubicBezTo>
                  <a:pt x="246906" y="226535"/>
                  <a:pt x="235576" y="226535"/>
                  <a:pt x="228600" y="219559"/>
                </a:cubicBezTo>
                <a:lnTo>
                  <a:pt x="218163" y="209122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Text 8"/>
          <p:cNvSpPr/>
          <p:nvPr/>
        </p:nvSpPr>
        <p:spPr>
          <a:xfrm>
            <a:off x="1138238" y="2533650"/>
            <a:ext cx="4733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Autorización del Congreso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38238" y="2952750"/>
            <a:ext cx="4695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operaciones en el exterior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relacionadas directamente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 defensa de España o interés nacional: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38238" y="3562350"/>
            <a:ext cx="4619625" cy="533400"/>
          </a:xfrm>
          <a:custGeom>
            <a:avLst/>
            <a:gdLst/>
            <a:ahLst/>
            <a:cxnLst/>
            <a:rect l="l" t="t" r="r" b="b"/>
            <a:pathLst>
              <a:path w="4619625" h="533400">
                <a:moveTo>
                  <a:pt x="76202" y="0"/>
                </a:moveTo>
                <a:lnTo>
                  <a:pt x="4543423" y="0"/>
                </a:lnTo>
                <a:cubicBezTo>
                  <a:pt x="4585508" y="0"/>
                  <a:pt x="4619625" y="34117"/>
                  <a:pt x="4619625" y="76202"/>
                </a:cubicBezTo>
                <a:lnTo>
                  <a:pt x="4619625" y="457198"/>
                </a:lnTo>
                <a:cubicBezTo>
                  <a:pt x="4619625" y="499283"/>
                  <a:pt x="4585508" y="533400"/>
                  <a:pt x="454342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290638" y="3714750"/>
            <a:ext cx="439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 previa y autorización del Congreso de los Diputados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5763" y="4500563"/>
            <a:ext cx="5610225" cy="1304925"/>
          </a:xfrm>
          <a:custGeom>
            <a:avLst/>
            <a:gdLst/>
            <a:ahLst/>
            <a:cxnLst/>
            <a:rect l="l" t="t" r="r" b="b"/>
            <a:pathLst>
              <a:path w="5610225" h="1304925">
                <a:moveTo>
                  <a:pt x="114298" y="0"/>
                </a:moveTo>
                <a:lnTo>
                  <a:pt x="5495927" y="0"/>
                </a:lnTo>
                <a:cubicBezTo>
                  <a:pt x="5559052" y="0"/>
                  <a:pt x="5610225" y="51173"/>
                  <a:pt x="5610225" y="114298"/>
                </a:cubicBezTo>
                <a:lnTo>
                  <a:pt x="5610225" y="1190627"/>
                </a:lnTo>
                <a:cubicBezTo>
                  <a:pt x="5610225" y="1253752"/>
                  <a:pt x="5559052" y="1304925"/>
                  <a:pt x="549592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700" y="4733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7" name="Text 14"/>
          <p:cNvSpPr/>
          <p:nvPr/>
        </p:nvSpPr>
        <p:spPr>
          <a:xfrm>
            <a:off x="1057275" y="47339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Procedimientos de Urgencia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7275" y="5076825"/>
            <a:ext cx="4781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respuestas rápidas o inmediatas según compromisos internacionales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96013" y="2290763"/>
            <a:ext cx="5610225" cy="1304925"/>
          </a:xfrm>
          <a:custGeom>
            <a:avLst/>
            <a:gdLst/>
            <a:ahLst/>
            <a:cxnLst/>
            <a:rect l="l" t="t" r="r" b="b"/>
            <a:pathLst>
              <a:path w="5610225" h="1304925">
                <a:moveTo>
                  <a:pt x="114298" y="0"/>
                </a:moveTo>
                <a:lnTo>
                  <a:pt x="5495927" y="0"/>
                </a:lnTo>
                <a:cubicBezTo>
                  <a:pt x="5559052" y="0"/>
                  <a:pt x="5610225" y="51173"/>
                  <a:pt x="5610225" y="114298"/>
                </a:cubicBezTo>
                <a:lnTo>
                  <a:pt x="5610225" y="1190627"/>
                </a:lnTo>
                <a:cubicBezTo>
                  <a:pt x="5610225" y="1253752"/>
                  <a:pt x="5559052" y="1304925"/>
                  <a:pt x="549592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57950" y="2524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1" name="Text 18"/>
          <p:cNvSpPr/>
          <p:nvPr/>
        </p:nvSpPr>
        <p:spPr>
          <a:xfrm>
            <a:off x="6867525" y="25241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Seguimiento Periódico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67525" y="2867025"/>
            <a:ext cx="4781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Gobierno informará al Congreso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año máximo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sobre el desarrollo de operaciones en el exterior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96013" y="3757613"/>
            <a:ext cx="5610225" cy="2371725"/>
          </a:xfrm>
          <a:custGeom>
            <a:avLst/>
            <a:gdLst/>
            <a:ahLst/>
            <a:cxnLst/>
            <a:rect l="l" t="t" r="r" b="b"/>
            <a:pathLst>
              <a:path w="5610225" h="23717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257432"/>
                </a:lnTo>
                <a:cubicBezTo>
                  <a:pt x="5610225" y="2320512"/>
                  <a:pt x="5559012" y="2371725"/>
                  <a:pt x="54959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77000" y="40290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5" name="Text 22"/>
          <p:cNvSpPr/>
          <p:nvPr/>
        </p:nvSpPr>
        <p:spPr>
          <a:xfrm>
            <a:off x="6667500" y="39909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Condiciones para Misiones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29375" y="4486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7" name="Text 24"/>
          <p:cNvSpPr/>
          <p:nvPr/>
        </p:nvSpPr>
        <p:spPr>
          <a:xfrm>
            <a:off x="6619875" y="4410075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Petición expresa del Gobierno del Estado anfitrión o autorización de la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ONU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29375" y="50577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9" name="Text 26"/>
          <p:cNvSpPr/>
          <p:nvPr/>
        </p:nvSpPr>
        <p:spPr>
          <a:xfrm>
            <a:off x="6619875" y="4981575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defensivos, humanitarios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 de mantenimiento de la paz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29375" y="5400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1" name="Text 28"/>
          <p:cNvSpPr/>
          <p:nvPr/>
        </p:nvSpPr>
        <p:spPr>
          <a:xfrm>
            <a:off x="6619875" y="5324475"/>
            <a:ext cx="3533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Conformidad con la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Carta de las Naciones Unidas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29375" y="57435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3" name="Text 30"/>
          <p:cNvSpPr/>
          <p:nvPr/>
        </p:nvSpPr>
        <p:spPr>
          <a:xfrm>
            <a:off x="6619875" y="566737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Respeto al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derecho internacional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49530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TÍTULO 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61436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Contribución a la Defensa: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Otros Actores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996" y="381000"/>
            <a:ext cx="1533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DDFF00">
                    <a:alpha val="10000"/>
                  </a:srgbClr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2290763"/>
            <a:ext cx="5629275" cy="2124075"/>
          </a:xfrm>
          <a:custGeom>
            <a:avLst/>
            <a:gdLst/>
            <a:ahLst/>
            <a:cxnLst/>
            <a:rect l="l" t="t" r="r" b="b"/>
            <a:pathLst>
              <a:path w="5629275" h="2124075">
                <a:moveTo>
                  <a:pt x="114296" y="0"/>
                </a:moveTo>
                <a:lnTo>
                  <a:pt x="5514979" y="0"/>
                </a:lnTo>
                <a:cubicBezTo>
                  <a:pt x="5578103" y="0"/>
                  <a:pt x="5629275" y="51172"/>
                  <a:pt x="5629275" y="114296"/>
                </a:cubicBezTo>
                <a:lnTo>
                  <a:pt x="5629275" y="2009779"/>
                </a:lnTo>
                <a:cubicBezTo>
                  <a:pt x="5629275" y="2072903"/>
                  <a:pt x="5578103" y="2124075"/>
                  <a:pt x="5514979" y="2124075"/>
                </a:cubicBezTo>
                <a:lnTo>
                  <a:pt x="114296" y="2124075"/>
                </a:lnTo>
                <a:cubicBezTo>
                  <a:pt x="51172" y="2124075"/>
                  <a:pt x="0" y="2072903"/>
                  <a:pt x="0" y="2009779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DDFF00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025" y="2486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7"/>
          <p:cNvSpPr/>
          <p:nvPr/>
        </p:nvSpPr>
        <p:spPr>
          <a:xfrm>
            <a:off x="740569" y="2657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266825" y="2600325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Guardia Civil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025" y="3171825"/>
            <a:ext cx="5314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Instituto armado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naturaleza militar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3533775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95325" y="364807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Dependiente del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Ministro del Interior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5325" y="3914775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También del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Ministro de Defensa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misiones militares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576763"/>
            <a:ext cx="5629275" cy="1819275"/>
          </a:xfrm>
          <a:custGeom>
            <a:avLst/>
            <a:gdLst/>
            <a:ahLst/>
            <a:cxnLst/>
            <a:rect l="l" t="t" r="r" b="b"/>
            <a:pathLst>
              <a:path w="5629275" h="1819275">
                <a:moveTo>
                  <a:pt x="114305" y="0"/>
                </a:moveTo>
                <a:lnTo>
                  <a:pt x="5514970" y="0"/>
                </a:lnTo>
                <a:cubicBezTo>
                  <a:pt x="5578099" y="0"/>
                  <a:pt x="5629275" y="51176"/>
                  <a:pt x="5629275" y="114305"/>
                </a:cubicBezTo>
                <a:lnTo>
                  <a:pt x="5629275" y="1704970"/>
                </a:lnTo>
                <a:cubicBezTo>
                  <a:pt x="5629275" y="1768099"/>
                  <a:pt x="5578099" y="1819275"/>
                  <a:pt x="5514970" y="1819275"/>
                </a:cubicBezTo>
                <a:lnTo>
                  <a:pt x="114305" y="1819275"/>
                </a:lnTo>
                <a:cubicBezTo>
                  <a:pt x="51176" y="1819275"/>
                  <a:pt x="0" y="1768099"/>
                  <a:pt x="0" y="170497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025" y="4772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0569" y="4943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66825" y="4886325"/>
            <a:ext cx="3629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Centro Nacional de Inteligencia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5457825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Contribuye a la obtención, evaluación e interpretación de información para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prevenir riesgos y amenazas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afecten a la independencia e integridad de España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963" y="2290763"/>
            <a:ext cx="5629275" cy="1571625"/>
          </a:xfrm>
          <a:custGeom>
            <a:avLst/>
            <a:gdLst/>
            <a:ahLst/>
            <a:cxnLst/>
            <a:rect l="l" t="t" r="r" b="b"/>
            <a:pathLst>
              <a:path w="5629275" h="1571625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457321"/>
                </a:lnTo>
                <a:cubicBezTo>
                  <a:pt x="5629275" y="1520449"/>
                  <a:pt x="5578099" y="1571625"/>
                  <a:pt x="5514971" y="1571625"/>
                </a:cubicBezTo>
                <a:lnTo>
                  <a:pt x="114304" y="1571625"/>
                </a:lnTo>
                <a:cubicBezTo>
                  <a:pt x="51176" y="1571625"/>
                  <a:pt x="0" y="1520449"/>
                  <a:pt x="0" y="14573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2225" y="2486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43675" y="2657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058025" y="2600325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Cuerpo Nacional de Policía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2225" y="317182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Coordinado por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Consejo de Defensa Nacional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situaciones especiales, dependiendo del Ministro del Interior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963" y="4024313"/>
            <a:ext cx="5629275" cy="1571625"/>
          </a:xfrm>
          <a:custGeom>
            <a:avLst/>
            <a:gdLst/>
            <a:ahLst/>
            <a:cxnLst/>
            <a:rect l="l" t="t" r="r" b="b"/>
            <a:pathLst>
              <a:path w="5629275" h="1571625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457321"/>
                </a:lnTo>
                <a:cubicBezTo>
                  <a:pt x="5629275" y="1520449"/>
                  <a:pt x="5578099" y="1571625"/>
                  <a:pt x="5514971" y="1571625"/>
                </a:cubicBezTo>
                <a:lnTo>
                  <a:pt x="114304" y="1571625"/>
                </a:lnTo>
                <a:cubicBezTo>
                  <a:pt x="51176" y="1571625"/>
                  <a:pt x="0" y="1520449"/>
                  <a:pt x="0" y="14573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2225" y="4219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31769" y="43910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19794"/>
                </a:moveTo>
                <a:lnTo>
                  <a:pt x="56666" y="68014"/>
                </a:lnTo>
                <a:cubicBezTo>
                  <a:pt x="54955" y="69912"/>
                  <a:pt x="55029" y="72851"/>
                  <a:pt x="56852" y="74675"/>
                </a:cubicBezTo>
                <a:cubicBezTo>
                  <a:pt x="68200" y="86023"/>
                  <a:pt x="86618" y="86023"/>
                  <a:pt x="97966" y="74675"/>
                </a:cubicBezTo>
                <a:lnTo>
                  <a:pt x="109798" y="62843"/>
                </a:lnTo>
                <a:cubicBezTo>
                  <a:pt x="111361" y="61280"/>
                  <a:pt x="113333" y="60424"/>
                  <a:pt x="115342" y="60275"/>
                </a:cubicBezTo>
                <a:cubicBezTo>
                  <a:pt x="117872" y="60052"/>
                  <a:pt x="120476" y="60908"/>
                  <a:pt x="122411" y="62843"/>
                </a:cubicBezTo>
                <a:lnTo>
                  <a:pt x="188119" y="127992"/>
                </a:lnTo>
                <a:lnTo>
                  <a:pt x="214313" y="107156"/>
                </a:lnTo>
                <a:lnTo>
                  <a:pt x="214313" y="0"/>
                </a:lnTo>
                <a:lnTo>
                  <a:pt x="172641" y="23812"/>
                </a:lnTo>
                <a:lnTo>
                  <a:pt x="163785" y="17897"/>
                </a:lnTo>
                <a:cubicBezTo>
                  <a:pt x="157907" y="13990"/>
                  <a:pt x="151023" y="11906"/>
                  <a:pt x="143954" y="11906"/>
                </a:cubicBezTo>
                <a:lnTo>
                  <a:pt x="117760" y="11906"/>
                </a:lnTo>
                <a:cubicBezTo>
                  <a:pt x="117351" y="11906"/>
                  <a:pt x="116904" y="11906"/>
                  <a:pt x="116495" y="11943"/>
                </a:cubicBezTo>
                <a:cubicBezTo>
                  <a:pt x="110207" y="12278"/>
                  <a:pt x="104291" y="15106"/>
                  <a:pt x="100050" y="19794"/>
                </a:cubicBezTo>
                <a:close/>
                <a:moveTo>
                  <a:pt x="43383" y="56071"/>
                </a:moveTo>
                <a:lnTo>
                  <a:pt x="83121" y="11906"/>
                </a:lnTo>
                <a:lnTo>
                  <a:pt x="68387" y="11906"/>
                </a:lnTo>
                <a:cubicBezTo>
                  <a:pt x="58899" y="11906"/>
                  <a:pt x="49820" y="15664"/>
                  <a:pt x="43123" y="22361"/>
                </a:cubicBezTo>
                <a:lnTo>
                  <a:pt x="0" y="71438"/>
                </a:lnTo>
                <a:lnTo>
                  <a:pt x="0" y="202406"/>
                </a:lnTo>
                <a:lnTo>
                  <a:pt x="53578" y="151805"/>
                </a:lnTo>
                <a:lnTo>
                  <a:pt x="58192" y="155637"/>
                </a:lnTo>
                <a:cubicBezTo>
                  <a:pt x="66749" y="162781"/>
                  <a:pt x="77539" y="166688"/>
                  <a:pt x="88664" y="166688"/>
                </a:cubicBezTo>
                <a:lnTo>
                  <a:pt x="94506" y="166688"/>
                </a:lnTo>
                <a:lnTo>
                  <a:pt x="91901" y="164083"/>
                </a:lnTo>
                <a:cubicBezTo>
                  <a:pt x="88404" y="160586"/>
                  <a:pt x="88404" y="154930"/>
                  <a:pt x="91901" y="151470"/>
                </a:cubicBezTo>
                <a:cubicBezTo>
                  <a:pt x="95399" y="148010"/>
                  <a:pt x="101054" y="147972"/>
                  <a:pt x="104515" y="151470"/>
                </a:cubicBezTo>
                <a:lnTo>
                  <a:pt x="119769" y="166725"/>
                </a:lnTo>
                <a:lnTo>
                  <a:pt x="123118" y="166725"/>
                </a:lnTo>
                <a:cubicBezTo>
                  <a:pt x="130225" y="166725"/>
                  <a:pt x="137182" y="165125"/>
                  <a:pt x="143508" y="162148"/>
                </a:cubicBezTo>
                <a:lnTo>
                  <a:pt x="133573" y="152177"/>
                </a:lnTo>
                <a:cubicBezTo>
                  <a:pt x="130076" y="148679"/>
                  <a:pt x="130076" y="143024"/>
                  <a:pt x="133573" y="139564"/>
                </a:cubicBezTo>
                <a:cubicBezTo>
                  <a:pt x="137071" y="136103"/>
                  <a:pt x="142726" y="136066"/>
                  <a:pt x="146186" y="139564"/>
                </a:cubicBezTo>
                <a:lnTo>
                  <a:pt x="158093" y="151470"/>
                </a:lnTo>
                <a:lnTo>
                  <a:pt x="164604" y="144959"/>
                </a:lnTo>
                <a:cubicBezTo>
                  <a:pt x="167915" y="141647"/>
                  <a:pt x="168883" y="136847"/>
                  <a:pt x="167432" y="132643"/>
                </a:cubicBezTo>
                <a:lnTo>
                  <a:pt x="116123" y="81744"/>
                </a:lnTo>
                <a:lnTo>
                  <a:pt x="110579" y="87288"/>
                </a:lnTo>
                <a:cubicBezTo>
                  <a:pt x="92236" y="105631"/>
                  <a:pt x="62545" y="105631"/>
                  <a:pt x="44202" y="87288"/>
                </a:cubicBezTo>
                <a:cubicBezTo>
                  <a:pt x="35644" y="78730"/>
                  <a:pt x="35309" y="65001"/>
                  <a:pt x="43383" y="560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058025" y="4333875"/>
            <a:ext cx="185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Protección Civil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72225" y="490537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Consejo de Defensa Nacional coordina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de cooperación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materia de Protección Civil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6963" y="5757863"/>
            <a:ext cx="5629275" cy="771525"/>
          </a:xfrm>
          <a:custGeom>
            <a:avLst/>
            <a:gdLst/>
            <a:ahLst/>
            <a:cxnLst/>
            <a:rect l="l" t="t" r="r" b="b"/>
            <a:pathLst>
              <a:path w="5629275" h="77152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657224"/>
                </a:lnTo>
                <a:cubicBezTo>
                  <a:pt x="5629275" y="720351"/>
                  <a:pt x="5578101" y="771525"/>
                  <a:pt x="55149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24600" y="60483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2" name="Text 30"/>
          <p:cNvSpPr/>
          <p:nvPr/>
        </p:nvSpPr>
        <p:spPr>
          <a:xfrm>
            <a:off x="6664821" y="5915025"/>
            <a:ext cx="505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Reservistas: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Incorporación gradual de ciudadanos según situación de amenaza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epa.org/fbd658df4f26061f55b61885f343bd267d34837a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806" b="7806"/>
          <a:stretch/>
        </p:blipFill>
        <p:spPr>
          <a:xfrm>
            <a:off x="0" y="0"/>
            <a:ext cx="12192000" cy="686035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359"/>
          </a:xfrm>
          <a:custGeom>
            <a:avLst/>
            <a:gdLst/>
            <a:ahLst/>
            <a:cxnLst/>
            <a:rect l="l" t="t" r="r" b="b"/>
            <a:pathLst>
              <a:path w="12192000" h="6860359">
                <a:moveTo>
                  <a:pt x="0" y="0"/>
                </a:moveTo>
                <a:lnTo>
                  <a:pt x="12192000" y="0"/>
                </a:lnTo>
                <a:lnTo>
                  <a:pt x="12192000" y="6860359"/>
                </a:lnTo>
                <a:lnTo>
                  <a:pt x="0" y="686035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50000">
                <a:srgbClr val="000000">
                  <a:alpha val="90000"/>
                </a:srgbClr>
              </a:gs>
              <a:gs pos="100000">
                <a:srgbClr val="000000">
                  <a:alpha val="7000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44963" y="-28310"/>
            <a:ext cx="905907" cy="905907"/>
          </a:xfrm>
          <a:custGeom>
            <a:avLst/>
            <a:gdLst/>
            <a:ahLst/>
            <a:cxnLst/>
            <a:rect l="l" t="t" r="r" b="b"/>
            <a:pathLst>
              <a:path w="905907" h="905907">
                <a:moveTo>
                  <a:pt x="452954" y="0"/>
                </a:moveTo>
                <a:lnTo>
                  <a:pt x="452954" y="0"/>
                </a:lnTo>
                <a:cubicBezTo>
                  <a:pt x="702945" y="0"/>
                  <a:pt x="905907" y="202962"/>
                  <a:pt x="905907" y="452954"/>
                </a:cubicBezTo>
                <a:lnTo>
                  <a:pt x="905907" y="452954"/>
                </a:lnTo>
                <a:cubicBezTo>
                  <a:pt x="905907" y="702945"/>
                  <a:pt x="702945" y="905907"/>
                  <a:pt x="452954" y="905907"/>
                </a:cubicBezTo>
                <a:lnTo>
                  <a:pt x="452954" y="905907"/>
                </a:lnTo>
                <a:cubicBezTo>
                  <a:pt x="202962" y="905907"/>
                  <a:pt x="0" y="702945"/>
                  <a:pt x="0" y="452954"/>
                </a:cubicBezTo>
                <a:lnTo>
                  <a:pt x="0" y="452954"/>
                </a:lnTo>
                <a:cubicBezTo>
                  <a:pt x="0" y="202962"/>
                  <a:pt x="202962" y="0"/>
                  <a:pt x="452954" y="0"/>
                </a:cubicBezTo>
                <a:close/>
              </a:path>
            </a:pathLst>
          </a:custGeom>
          <a:solidFill>
            <a:srgbClr val="DDFF00"/>
          </a:solidFill>
          <a:ln/>
          <a:effectLst>
            <a:outerShdw sx="100000" sy="100000" kx="0" ky="0" algn="bl" rotWithShape="0" blurRad="283096" dist="50800" dir="2700000">
              <a:srgbClr val="ddff00">
                <a:alpha val="3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71440" y="198167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226477" y="0"/>
                </a:moveTo>
                <a:cubicBezTo>
                  <a:pt x="230546" y="0"/>
                  <a:pt x="234616" y="885"/>
                  <a:pt x="238331" y="2566"/>
                </a:cubicBezTo>
                <a:lnTo>
                  <a:pt x="405004" y="73251"/>
                </a:lnTo>
                <a:cubicBezTo>
                  <a:pt x="424467" y="81479"/>
                  <a:pt x="438976" y="100676"/>
                  <a:pt x="438887" y="123854"/>
                </a:cubicBezTo>
                <a:cubicBezTo>
                  <a:pt x="438445" y="211614"/>
                  <a:pt x="402350" y="372183"/>
                  <a:pt x="249921" y="445168"/>
                </a:cubicBezTo>
                <a:cubicBezTo>
                  <a:pt x="235147" y="452246"/>
                  <a:pt x="217984" y="452246"/>
                  <a:pt x="203210" y="445168"/>
                </a:cubicBezTo>
                <a:cubicBezTo>
                  <a:pt x="50692" y="372183"/>
                  <a:pt x="14686" y="211614"/>
                  <a:pt x="14243" y="123854"/>
                </a:cubicBezTo>
                <a:cubicBezTo>
                  <a:pt x="14155" y="100676"/>
                  <a:pt x="28663" y="81479"/>
                  <a:pt x="48126" y="73251"/>
                </a:cubicBezTo>
                <a:lnTo>
                  <a:pt x="214711" y="2566"/>
                </a:lnTo>
                <a:cubicBezTo>
                  <a:pt x="218426" y="885"/>
                  <a:pt x="222407" y="0"/>
                  <a:pt x="226477" y="0"/>
                </a:cubicBezTo>
                <a:close/>
                <a:moveTo>
                  <a:pt x="226477" y="59096"/>
                </a:moveTo>
                <a:lnTo>
                  <a:pt x="226477" y="393592"/>
                </a:lnTo>
                <a:cubicBezTo>
                  <a:pt x="348562" y="334496"/>
                  <a:pt x="381383" y="203564"/>
                  <a:pt x="382180" y="125182"/>
                </a:cubicBezTo>
                <a:lnTo>
                  <a:pt x="226477" y="59185"/>
                </a:lnTo>
                <a:lnTo>
                  <a:pt x="226477" y="59185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743524" y="1104074"/>
            <a:ext cx="6709375" cy="141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58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Un Marco Legal para la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58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Seguridad de España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93979" y="2746031"/>
            <a:ext cx="1207876" cy="37746"/>
          </a:xfrm>
          <a:custGeom>
            <a:avLst/>
            <a:gdLst/>
            <a:ahLst/>
            <a:cxnLst/>
            <a:rect l="l" t="t" r="r" b="b"/>
            <a:pathLst>
              <a:path w="1207876" h="37746">
                <a:moveTo>
                  <a:pt x="0" y="0"/>
                </a:moveTo>
                <a:lnTo>
                  <a:pt x="1207876" y="0"/>
                </a:lnTo>
                <a:lnTo>
                  <a:pt x="1207876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1813878" y="3387715"/>
            <a:ext cx="8568372" cy="1104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8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Ley Orgánica 5/2005 establece un </a:t>
            </a:r>
            <a:pPr algn="ctr">
              <a:lnSpc>
                <a:spcPct val="140000"/>
              </a:lnSpc>
            </a:pPr>
            <a:r>
              <a:rPr lang="en-US" sz="1783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integral de defensa</a:t>
            </a:r>
            <a:pPr algn="ctr">
              <a:lnSpc>
                <a:spcPct val="140000"/>
              </a:lnSpc>
            </a:pPr>
            <a:r>
              <a:rPr lang="en-US" sz="178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protege los valores democráticos, garantiza la soberanía nacional y permite a España contribuir activamente a la </a:t>
            </a:r>
            <a:pPr algn="ctr">
              <a:lnSpc>
                <a:spcPct val="140000"/>
              </a:lnSpc>
            </a:pPr>
            <a:r>
              <a:rPr lang="en-US" sz="1783" b="1" dirty="0">
                <a:solidFill>
                  <a:srgbClr val="DD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paz y seguridad internacional</a:t>
            </a:r>
            <a:pPr algn="ctr">
              <a:lnSpc>
                <a:spcPct val="140000"/>
              </a:lnSpc>
            </a:pPr>
            <a:r>
              <a:rPr lang="en-US" sz="178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75216" y="4873969"/>
            <a:ext cx="2661102" cy="1179567"/>
          </a:xfrm>
          <a:custGeom>
            <a:avLst/>
            <a:gdLst/>
            <a:ahLst/>
            <a:cxnLst/>
            <a:rect l="l" t="t" r="r" b="b"/>
            <a:pathLst>
              <a:path w="2661102" h="1179567">
                <a:moveTo>
                  <a:pt x="113238" y="0"/>
                </a:moveTo>
                <a:lnTo>
                  <a:pt x="2547864" y="0"/>
                </a:lnTo>
                <a:cubicBezTo>
                  <a:pt x="2610404" y="0"/>
                  <a:pt x="2661102" y="50699"/>
                  <a:pt x="2661102" y="113238"/>
                </a:cubicBezTo>
                <a:lnTo>
                  <a:pt x="2661102" y="1066328"/>
                </a:lnTo>
                <a:cubicBezTo>
                  <a:pt x="2661102" y="1128868"/>
                  <a:pt x="2610404" y="1179567"/>
                  <a:pt x="2547864" y="1179567"/>
                </a:cubicBezTo>
                <a:lnTo>
                  <a:pt x="113238" y="1179567"/>
                </a:lnTo>
                <a:cubicBezTo>
                  <a:pt x="50699" y="1179567"/>
                  <a:pt x="0" y="1128868"/>
                  <a:pt x="0" y="1066328"/>
                </a:cubicBezTo>
                <a:lnTo>
                  <a:pt x="0" y="113238"/>
                </a:lnTo>
                <a:cubicBezTo>
                  <a:pt x="0" y="50699"/>
                  <a:pt x="50699" y="0"/>
                  <a:pt x="1132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91823" y="5105164"/>
            <a:ext cx="424644" cy="339715"/>
          </a:xfrm>
          <a:custGeom>
            <a:avLst/>
            <a:gdLst/>
            <a:ahLst/>
            <a:cxnLst/>
            <a:rect l="l" t="t" r="r" b="b"/>
            <a:pathLst>
              <a:path w="424644" h="339715">
                <a:moveTo>
                  <a:pt x="254786" y="21232"/>
                </a:moveTo>
                <a:lnTo>
                  <a:pt x="339715" y="21232"/>
                </a:lnTo>
                <a:cubicBezTo>
                  <a:pt x="351459" y="21232"/>
                  <a:pt x="360947" y="30720"/>
                  <a:pt x="360947" y="42464"/>
                </a:cubicBezTo>
                <a:cubicBezTo>
                  <a:pt x="360947" y="54208"/>
                  <a:pt x="351459" y="63697"/>
                  <a:pt x="339715" y="63697"/>
                </a:cubicBezTo>
                <a:lnTo>
                  <a:pt x="264341" y="63697"/>
                </a:lnTo>
                <a:cubicBezTo>
                  <a:pt x="260891" y="80815"/>
                  <a:pt x="249147" y="94948"/>
                  <a:pt x="233554" y="101715"/>
                </a:cubicBezTo>
                <a:lnTo>
                  <a:pt x="233554" y="297251"/>
                </a:lnTo>
                <a:lnTo>
                  <a:pt x="339715" y="297251"/>
                </a:lnTo>
                <a:cubicBezTo>
                  <a:pt x="351459" y="297251"/>
                  <a:pt x="360947" y="306739"/>
                  <a:pt x="360947" y="318483"/>
                </a:cubicBezTo>
                <a:cubicBezTo>
                  <a:pt x="360947" y="330227"/>
                  <a:pt x="351459" y="339715"/>
                  <a:pt x="339715" y="339715"/>
                </a:cubicBezTo>
                <a:lnTo>
                  <a:pt x="84929" y="339715"/>
                </a:lnTo>
                <a:cubicBezTo>
                  <a:pt x="73185" y="339715"/>
                  <a:pt x="63697" y="330227"/>
                  <a:pt x="63697" y="318483"/>
                </a:cubicBezTo>
                <a:cubicBezTo>
                  <a:pt x="63697" y="306739"/>
                  <a:pt x="73185" y="297251"/>
                  <a:pt x="84929" y="297251"/>
                </a:cubicBezTo>
                <a:lnTo>
                  <a:pt x="191090" y="297251"/>
                </a:lnTo>
                <a:lnTo>
                  <a:pt x="191090" y="101715"/>
                </a:lnTo>
                <a:cubicBezTo>
                  <a:pt x="175497" y="94881"/>
                  <a:pt x="163753" y="80749"/>
                  <a:pt x="160303" y="63697"/>
                </a:cubicBezTo>
                <a:lnTo>
                  <a:pt x="84929" y="63697"/>
                </a:lnTo>
                <a:cubicBezTo>
                  <a:pt x="73185" y="63697"/>
                  <a:pt x="63697" y="54208"/>
                  <a:pt x="63697" y="42464"/>
                </a:cubicBezTo>
                <a:cubicBezTo>
                  <a:pt x="63697" y="30720"/>
                  <a:pt x="73185" y="21232"/>
                  <a:pt x="84929" y="21232"/>
                </a:cubicBezTo>
                <a:lnTo>
                  <a:pt x="169858" y="21232"/>
                </a:lnTo>
                <a:cubicBezTo>
                  <a:pt x="179545" y="8360"/>
                  <a:pt x="194938" y="0"/>
                  <a:pt x="212322" y="0"/>
                </a:cubicBezTo>
                <a:cubicBezTo>
                  <a:pt x="229706" y="0"/>
                  <a:pt x="245099" y="8360"/>
                  <a:pt x="254786" y="21232"/>
                </a:cubicBezTo>
                <a:close/>
                <a:moveTo>
                  <a:pt x="291677" y="212322"/>
                </a:moveTo>
                <a:lnTo>
                  <a:pt x="387753" y="212322"/>
                </a:lnTo>
                <a:lnTo>
                  <a:pt x="339715" y="129915"/>
                </a:lnTo>
                <a:lnTo>
                  <a:pt x="291677" y="212322"/>
                </a:lnTo>
                <a:close/>
                <a:moveTo>
                  <a:pt x="339715" y="276019"/>
                </a:moveTo>
                <a:cubicBezTo>
                  <a:pt x="297981" y="276019"/>
                  <a:pt x="263279" y="253459"/>
                  <a:pt x="256113" y="223668"/>
                </a:cubicBezTo>
                <a:cubicBezTo>
                  <a:pt x="254388" y="216369"/>
                  <a:pt x="256777" y="208872"/>
                  <a:pt x="260559" y="202369"/>
                </a:cubicBezTo>
                <a:lnTo>
                  <a:pt x="323725" y="94085"/>
                </a:lnTo>
                <a:cubicBezTo>
                  <a:pt x="327042" y="88379"/>
                  <a:pt x="333146" y="84929"/>
                  <a:pt x="339715" y="84929"/>
                </a:cubicBezTo>
                <a:cubicBezTo>
                  <a:pt x="346284" y="84929"/>
                  <a:pt x="352388" y="88445"/>
                  <a:pt x="355706" y="94085"/>
                </a:cubicBezTo>
                <a:lnTo>
                  <a:pt x="418871" y="202369"/>
                </a:lnTo>
                <a:cubicBezTo>
                  <a:pt x="422653" y="208872"/>
                  <a:pt x="425042" y="216369"/>
                  <a:pt x="423317" y="223668"/>
                </a:cubicBezTo>
                <a:cubicBezTo>
                  <a:pt x="416151" y="253393"/>
                  <a:pt x="381450" y="276019"/>
                  <a:pt x="339715" y="276019"/>
                </a:cubicBezTo>
                <a:close/>
                <a:moveTo>
                  <a:pt x="84133" y="129915"/>
                </a:moveTo>
                <a:lnTo>
                  <a:pt x="36095" y="212322"/>
                </a:lnTo>
                <a:lnTo>
                  <a:pt x="132237" y="212322"/>
                </a:lnTo>
                <a:lnTo>
                  <a:pt x="84133" y="129915"/>
                </a:lnTo>
                <a:close/>
                <a:moveTo>
                  <a:pt x="597" y="223668"/>
                </a:moveTo>
                <a:cubicBezTo>
                  <a:pt x="-1128" y="216369"/>
                  <a:pt x="1261" y="208872"/>
                  <a:pt x="5043" y="202369"/>
                </a:cubicBezTo>
                <a:lnTo>
                  <a:pt x="68208" y="94085"/>
                </a:lnTo>
                <a:cubicBezTo>
                  <a:pt x="71526" y="88379"/>
                  <a:pt x="77630" y="84929"/>
                  <a:pt x="84199" y="84929"/>
                </a:cubicBezTo>
                <a:cubicBezTo>
                  <a:pt x="90768" y="84929"/>
                  <a:pt x="96872" y="88445"/>
                  <a:pt x="100189" y="94085"/>
                </a:cubicBezTo>
                <a:lnTo>
                  <a:pt x="163355" y="202369"/>
                </a:lnTo>
                <a:cubicBezTo>
                  <a:pt x="167137" y="208872"/>
                  <a:pt x="169526" y="216369"/>
                  <a:pt x="167801" y="223668"/>
                </a:cubicBezTo>
                <a:cubicBezTo>
                  <a:pt x="160635" y="253393"/>
                  <a:pt x="125933" y="276019"/>
                  <a:pt x="84199" y="276019"/>
                </a:cubicBezTo>
                <a:cubicBezTo>
                  <a:pt x="42464" y="276019"/>
                  <a:pt x="7763" y="253459"/>
                  <a:pt x="597" y="22366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Text 8"/>
          <p:cNvSpPr/>
          <p:nvPr/>
        </p:nvSpPr>
        <p:spPr>
          <a:xfrm>
            <a:off x="2063947" y="5558118"/>
            <a:ext cx="2283641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 de Derecho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68988" y="4873969"/>
            <a:ext cx="2661102" cy="1179567"/>
          </a:xfrm>
          <a:custGeom>
            <a:avLst/>
            <a:gdLst/>
            <a:ahLst/>
            <a:cxnLst/>
            <a:rect l="l" t="t" r="r" b="b"/>
            <a:pathLst>
              <a:path w="2661102" h="1179567">
                <a:moveTo>
                  <a:pt x="113238" y="0"/>
                </a:moveTo>
                <a:lnTo>
                  <a:pt x="2547864" y="0"/>
                </a:lnTo>
                <a:cubicBezTo>
                  <a:pt x="2610404" y="0"/>
                  <a:pt x="2661102" y="50699"/>
                  <a:pt x="2661102" y="113238"/>
                </a:cubicBezTo>
                <a:lnTo>
                  <a:pt x="2661102" y="1066328"/>
                </a:lnTo>
                <a:cubicBezTo>
                  <a:pt x="2661102" y="1128868"/>
                  <a:pt x="2610404" y="1179567"/>
                  <a:pt x="2547864" y="1179567"/>
                </a:cubicBezTo>
                <a:lnTo>
                  <a:pt x="113238" y="1179567"/>
                </a:lnTo>
                <a:cubicBezTo>
                  <a:pt x="50699" y="1179567"/>
                  <a:pt x="0" y="1128868"/>
                  <a:pt x="0" y="1066328"/>
                </a:cubicBezTo>
                <a:lnTo>
                  <a:pt x="0" y="113238"/>
                </a:lnTo>
                <a:cubicBezTo>
                  <a:pt x="0" y="50699"/>
                  <a:pt x="50699" y="0"/>
                  <a:pt x="1132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28059" y="5105164"/>
            <a:ext cx="339715" cy="339715"/>
          </a:xfrm>
          <a:custGeom>
            <a:avLst/>
            <a:gdLst/>
            <a:ahLst/>
            <a:cxnLst/>
            <a:rect l="l" t="t" r="r" b="b"/>
            <a:pathLst>
              <a:path w="339715" h="339715">
                <a:moveTo>
                  <a:pt x="169990" y="31848"/>
                </a:moveTo>
                <a:cubicBezTo>
                  <a:pt x="246161" y="31915"/>
                  <a:pt x="307867" y="93687"/>
                  <a:pt x="307867" y="169858"/>
                </a:cubicBezTo>
                <a:cubicBezTo>
                  <a:pt x="307867" y="184521"/>
                  <a:pt x="305611" y="198654"/>
                  <a:pt x="301365" y="211924"/>
                </a:cubicBezTo>
                <a:cubicBezTo>
                  <a:pt x="300037" y="212189"/>
                  <a:pt x="298644" y="212322"/>
                  <a:pt x="297251" y="212322"/>
                </a:cubicBezTo>
                <a:lnTo>
                  <a:pt x="295459" y="212322"/>
                </a:lnTo>
                <a:cubicBezTo>
                  <a:pt x="289820" y="212322"/>
                  <a:pt x="284445" y="210066"/>
                  <a:pt x="280464" y="206085"/>
                </a:cubicBezTo>
                <a:lnTo>
                  <a:pt x="261023" y="186644"/>
                </a:lnTo>
                <a:cubicBezTo>
                  <a:pt x="257042" y="182663"/>
                  <a:pt x="254786" y="177289"/>
                  <a:pt x="254786" y="171649"/>
                </a:cubicBezTo>
                <a:lnTo>
                  <a:pt x="254786" y="138009"/>
                </a:lnTo>
                <a:cubicBezTo>
                  <a:pt x="254786" y="132170"/>
                  <a:pt x="259564" y="127393"/>
                  <a:pt x="265402" y="127393"/>
                </a:cubicBezTo>
                <a:cubicBezTo>
                  <a:pt x="271241" y="127393"/>
                  <a:pt x="276019" y="122616"/>
                  <a:pt x="276019" y="116777"/>
                </a:cubicBezTo>
                <a:cubicBezTo>
                  <a:pt x="276019" y="110938"/>
                  <a:pt x="271241" y="106161"/>
                  <a:pt x="265402" y="106161"/>
                </a:cubicBezTo>
                <a:lnTo>
                  <a:pt x="249478" y="106161"/>
                </a:lnTo>
                <a:cubicBezTo>
                  <a:pt x="240654" y="106161"/>
                  <a:pt x="233554" y="113261"/>
                  <a:pt x="233554" y="122085"/>
                </a:cubicBezTo>
                <a:cubicBezTo>
                  <a:pt x="233554" y="130910"/>
                  <a:pt x="226455" y="138009"/>
                  <a:pt x="217630" y="138009"/>
                </a:cubicBezTo>
                <a:lnTo>
                  <a:pt x="180474" y="138009"/>
                </a:lnTo>
                <a:cubicBezTo>
                  <a:pt x="174635" y="138009"/>
                  <a:pt x="169858" y="142787"/>
                  <a:pt x="169858" y="148625"/>
                </a:cubicBezTo>
                <a:cubicBezTo>
                  <a:pt x="169858" y="154464"/>
                  <a:pt x="165080" y="159241"/>
                  <a:pt x="159241" y="159241"/>
                </a:cubicBezTo>
                <a:lnTo>
                  <a:pt x="142388" y="159241"/>
                </a:lnTo>
                <a:cubicBezTo>
                  <a:pt x="134095" y="159241"/>
                  <a:pt x="127393" y="152540"/>
                  <a:pt x="127393" y="144246"/>
                </a:cubicBezTo>
                <a:cubicBezTo>
                  <a:pt x="127393" y="140265"/>
                  <a:pt x="128986" y="136417"/>
                  <a:pt x="131772" y="133630"/>
                </a:cubicBezTo>
                <a:lnTo>
                  <a:pt x="178284" y="87118"/>
                </a:lnTo>
                <a:cubicBezTo>
                  <a:pt x="179677" y="85725"/>
                  <a:pt x="180474" y="83801"/>
                  <a:pt x="180474" y="81810"/>
                </a:cubicBezTo>
                <a:cubicBezTo>
                  <a:pt x="180474" y="77697"/>
                  <a:pt x="177090" y="74313"/>
                  <a:pt x="172976" y="74313"/>
                </a:cubicBezTo>
                <a:lnTo>
                  <a:pt x="163621" y="74313"/>
                </a:lnTo>
                <a:cubicBezTo>
                  <a:pt x="155327" y="74313"/>
                  <a:pt x="148625" y="67611"/>
                  <a:pt x="148625" y="59317"/>
                </a:cubicBezTo>
                <a:cubicBezTo>
                  <a:pt x="148625" y="55336"/>
                  <a:pt x="150218" y="51488"/>
                  <a:pt x="153005" y="48701"/>
                </a:cubicBezTo>
                <a:lnTo>
                  <a:pt x="168332" y="33374"/>
                </a:lnTo>
                <a:cubicBezTo>
                  <a:pt x="168862" y="32844"/>
                  <a:pt x="169393" y="32379"/>
                  <a:pt x="169990" y="31915"/>
                </a:cubicBezTo>
                <a:close/>
                <a:moveTo>
                  <a:pt x="290881" y="236275"/>
                </a:moveTo>
                <a:cubicBezTo>
                  <a:pt x="269118" y="275820"/>
                  <a:pt x="228578" y="303554"/>
                  <a:pt x="181270" y="307402"/>
                </a:cubicBezTo>
                <a:cubicBezTo>
                  <a:pt x="180805" y="305876"/>
                  <a:pt x="180540" y="304218"/>
                  <a:pt x="180540" y="302559"/>
                </a:cubicBezTo>
                <a:cubicBezTo>
                  <a:pt x="180540" y="293734"/>
                  <a:pt x="173441" y="286635"/>
                  <a:pt x="164616" y="286635"/>
                </a:cubicBezTo>
                <a:lnTo>
                  <a:pt x="146900" y="286635"/>
                </a:lnTo>
                <a:cubicBezTo>
                  <a:pt x="141260" y="286635"/>
                  <a:pt x="135886" y="284379"/>
                  <a:pt x="131905" y="280398"/>
                </a:cubicBezTo>
                <a:lnTo>
                  <a:pt x="112464" y="260957"/>
                </a:lnTo>
                <a:cubicBezTo>
                  <a:pt x="108483" y="256976"/>
                  <a:pt x="106227" y="251602"/>
                  <a:pt x="106227" y="245962"/>
                </a:cubicBezTo>
                <a:lnTo>
                  <a:pt x="106227" y="201706"/>
                </a:lnTo>
                <a:cubicBezTo>
                  <a:pt x="106227" y="189962"/>
                  <a:pt x="115715" y="180474"/>
                  <a:pt x="127460" y="180474"/>
                </a:cubicBezTo>
                <a:lnTo>
                  <a:pt x="192948" y="180474"/>
                </a:lnTo>
                <a:cubicBezTo>
                  <a:pt x="198587" y="180474"/>
                  <a:pt x="203962" y="182730"/>
                  <a:pt x="207943" y="186711"/>
                </a:cubicBezTo>
                <a:lnTo>
                  <a:pt x="227384" y="206151"/>
                </a:lnTo>
                <a:cubicBezTo>
                  <a:pt x="231365" y="210132"/>
                  <a:pt x="236739" y="212388"/>
                  <a:pt x="242379" y="212388"/>
                </a:cubicBezTo>
                <a:lnTo>
                  <a:pt x="246028" y="212388"/>
                </a:lnTo>
                <a:cubicBezTo>
                  <a:pt x="251668" y="212388"/>
                  <a:pt x="257042" y="214644"/>
                  <a:pt x="261023" y="218625"/>
                </a:cubicBezTo>
                <a:lnTo>
                  <a:pt x="271639" y="229241"/>
                </a:lnTo>
                <a:cubicBezTo>
                  <a:pt x="274426" y="232028"/>
                  <a:pt x="278274" y="233621"/>
                  <a:pt x="282256" y="233621"/>
                </a:cubicBezTo>
                <a:cubicBezTo>
                  <a:pt x="285440" y="233621"/>
                  <a:pt x="288426" y="234616"/>
                  <a:pt x="290881" y="236341"/>
                </a:cubicBezTo>
                <a:close/>
                <a:moveTo>
                  <a:pt x="169858" y="339715"/>
                </a:moveTo>
                <a:lnTo>
                  <a:pt x="187241" y="338853"/>
                </a:lnTo>
                <a:cubicBezTo>
                  <a:pt x="181535" y="339450"/>
                  <a:pt x="175763" y="339715"/>
                  <a:pt x="169858" y="339715"/>
                </a:cubicBezTo>
                <a:close/>
                <a:moveTo>
                  <a:pt x="187241" y="338853"/>
                </a:moveTo>
                <a:cubicBezTo>
                  <a:pt x="272900" y="330161"/>
                  <a:pt x="339715" y="257839"/>
                  <a:pt x="339715" y="169858"/>
                </a:cubicBezTo>
                <a:cubicBezTo>
                  <a:pt x="339715" y="76038"/>
                  <a:pt x="263677" y="0"/>
                  <a:pt x="169858" y="0"/>
                </a:cubicBezTo>
                <a:lnTo>
                  <a:pt x="169858" y="0"/>
                </a:lnTo>
                <a:cubicBezTo>
                  <a:pt x="76038" y="0"/>
                  <a:pt x="0" y="76038"/>
                  <a:pt x="0" y="169858"/>
                </a:cubicBezTo>
                <a:cubicBezTo>
                  <a:pt x="0" y="254455"/>
                  <a:pt x="61839" y="324654"/>
                  <a:pt x="142853" y="337592"/>
                </a:cubicBezTo>
                <a:cubicBezTo>
                  <a:pt x="151611" y="338985"/>
                  <a:pt x="160635" y="339715"/>
                  <a:pt x="169858" y="339715"/>
                </a:cubicBezTo>
                <a:close/>
                <a:moveTo>
                  <a:pt x="124275" y="81810"/>
                </a:moveTo>
                <a:lnTo>
                  <a:pt x="103043" y="103043"/>
                </a:lnTo>
                <a:cubicBezTo>
                  <a:pt x="98929" y="107156"/>
                  <a:pt x="92161" y="107156"/>
                  <a:pt x="88047" y="103043"/>
                </a:cubicBezTo>
                <a:cubicBezTo>
                  <a:pt x="83934" y="98929"/>
                  <a:pt x="83934" y="92161"/>
                  <a:pt x="88047" y="88047"/>
                </a:cubicBezTo>
                <a:lnTo>
                  <a:pt x="109279" y="66815"/>
                </a:lnTo>
                <a:cubicBezTo>
                  <a:pt x="113393" y="62701"/>
                  <a:pt x="120161" y="62701"/>
                  <a:pt x="124275" y="66815"/>
                </a:cubicBezTo>
                <a:cubicBezTo>
                  <a:pt x="128388" y="70929"/>
                  <a:pt x="128388" y="77697"/>
                  <a:pt x="124275" y="8181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1"/>
          <p:cNvSpPr/>
          <p:nvPr/>
        </p:nvSpPr>
        <p:spPr>
          <a:xfrm>
            <a:off x="4957718" y="5558118"/>
            <a:ext cx="2283641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Compromiso Internacional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62907" y="4873969"/>
            <a:ext cx="2661102" cy="1179567"/>
          </a:xfrm>
          <a:custGeom>
            <a:avLst/>
            <a:gdLst/>
            <a:ahLst/>
            <a:cxnLst/>
            <a:rect l="l" t="t" r="r" b="b"/>
            <a:pathLst>
              <a:path w="2661102" h="1179567">
                <a:moveTo>
                  <a:pt x="113238" y="0"/>
                </a:moveTo>
                <a:lnTo>
                  <a:pt x="2547864" y="0"/>
                </a:lnTo>
                <a:cubicBezTo>
                  <a:pt x="2610404" y="0"/>
                  <a:pt x="2661102" y="50699"/>
                  <a:pt x="2661102" y="113238"/>
                </a:cubicBezTo>
                <a:lnTo>
                  <a:pt x="2661102" y="1066328"/>
                </a:lnTo>
                <a:cubicBezTo>
                  <a:pt x="2661102" y="1128868"/>
                  <a:pt x="2610404" y="1179567"/>
                  <a:pt x="2547864" y="1179567"/>
                </a:cubicBezTo>
                <a:lnTo>
                  <a:pt x="113238" y="1179567"/>
                </a:lnTo>
                <a:cubicBezTo>
                  <a:pt x="50699" y="1179567"/>
                  <a:pt x="0" y="1128868"/>
                  <a:pt x="0" y="1066328"/>
                </a:cubicBezTo>
                <a:lnTo>
                  <a:pt x="0" y="113238"/>
                </a:lnTo>
                <a:cubicBezTo>
                  <a:pt x="0" y="50699"/>
                  <a:pt x="50699" y="0"/>
                  <a:pt x="1132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00746" y="5105164"/>
            <a:ext cx="382180" cy="339715"/>
          </a:xfrm>
          <a:custGeom>
            <a:avLst/>
            <a:gdLst/>
            <a:ahLst/>
            <a:cxnLst/>
            <a:rect l="l" t="t" r="r" b="b"/>
            <a:pathLst>
              <a:path w="382180" h="339715">
                <a:moveTo>
                  <a:pt x="178417" y="56531"/>
                </a:moveTo>
                <a:lnTo>
                  <a:pt x="101052" y="142521"/>
                </a:lnTo>
                <a:cubicBezTo>
                  <a:pt x="98000" y="145905"/>
                  <a:pt x="98133" y="151147"/>
                  <a:pt x="101384" y="154398"/>
                </a:cubicBezTo>
                <a:cubicBezTo>
                  <a:pt x="121621" y="174635"/>
                  <a:pt x="154464" y="174635"/>
                  <a:pt x="174701" y="154398"/>
                </a:cubicBezTo>
                <a:lnTo>
                  <a:pt x="195801" y="133298"/>
                </a:lnTo>
                <a:cubicBezTo>
                  <a:pt x="198587" y="130512"/>
                  <a:pt x="202104" y="128986"/>
                  <a:pt x="205687" y="128720"/>
                </a:cubicBezTo>
                <a:cubicBezTo>
                  <a:pt x="210199" y="128322"/>
                  <a:pt x="214843" y="129848"/>
                  <a:pt x="218294" y="133298"/>
                </a:cubicBezTo>
                <a:lnTo>
                  <a:pt x="335469" y="249478"/>
                </a:lnTo>
                <a:lnTo>
                  <a:pt x="382180" y="212322"/>
                </a:lnTo>
                <a:lnTo>
                  <a:pt x="382180" y="21232"/>
                </a:lnTo>
                <a:lnTo>
                  <a:pt x="307867" y="63697"/>
                </a:lnTo>
                <a:lnTo>
                  <a:pt x="292075" y="53147"/>
                </a:lnTo>
                <a:cubicBezTo>
                  <a:pt x="281592" y="46180"/>
                  <a:pt x="269317" y="42464"/>
                  <a:pt x="256711" y="42464"/>
                </a:cubicBezTo>
                <a:lnTo>
                  <a:pt x="210000" y="42464"/>
                </a:lnTo>
                <a:cubicBezTo>
                  <a:pt x="209270" y="42464"/>
                  <a:pt x="208474" y="42464"/>
                  <a:pt x="207744" y="42531"/>
                </a:cubicBezTo>
                <a:cubicBezTo>
                  <a:pt x="196531" y="43128"/>
                  <a:pt x="185981" y="48171"/>
                  <a:pt x="178417" y="56531"/>
                </a:cubicBezTo>
                <a:close/>
                <a:moveTo>
                  <a:pt x="77365" y="121223"/>
                </a:moveTo>
                <a:lnTo>
                  <a:pt x="148227" y="42464"/>
                </a:lnTo>
                <a:lnTo>
                  <a:pt x="121952" y="42464"/>
                </a:lnTo>
                <a:cubicBezTo>
                  <a:pt x="105033" y="42464"/>
                  <a:pt x="88843" y="49166"/>
                  <a:pt x="76900" y="61109"/>
                </a:cubicBezTo>
                <a:lnTo>
                  <a:pt x="74313" y="63697"/>
                </a:lnTo>
                <a:lnTo>
                  <a:pt x="0" y="21232"/>
                </a:lnTo>
                <a:lnTo>
                  <a:pt x="0" y="212322"/>
                </a:lnTo>
                <a:lnTo>
                  <a:pt x="103772" y="298777"/>
                </a:lnTo>
                <a:cubicBezTo>
                  <a:pt x="119033" y="311516"/>
                  <a:pt x="138275" y="318483"/>
                  <a:pt x="158114" y="318483"/>
                </a:cubicBezTo>
                <a:lnTo>
                  <a:pt x="168531" y="318483"/>
                </a:lnTo>
                <a:lnTo>
                  <a:pt x="163886" y="313838"/>
                </a:lnTo>
                <a:cubicBezTo>
                  <a:pt x="157649" y="307601"/>
                  <a:pt x="157649" y="297516"/>
                  <a:pt x="163886" y="291346"/>
                </a:cubicBezTo>
                <a:cubicBezTo>
                  <a:pt x="170123" y="285175"/>
                  <a:pt x="180208" y="285109"/>
                  <a:pt x="186379" y="291346"/>
                </a:cubicBezTo>
                <a:lnTo>
                  <a:pt x="213583" y="318549"/>
                </a:lnTo>
                <a:lnTo>
                  <a:pt x="219554" y="318549"/>
                </a:lnTo>
                <a:cubicBezTo>
                  <a:pt x="232227" y="318549"/>
                  <a:pt x="244635" y="315696"/>
                  <a:pt x="255914" y="310388"/>
                </a:cubicBezTo>
                <a:lnTo>
                  <a:pt x="238199" y="292606"/>
                </a:lnTo>
                <a:cubicBezTo>
                  <a:pt x="231962" y="286369"/>
                  <a:pt x="231962" y="276284"/>
                  <a:pt x="238199" y="270113"/>
                </a:cubicBezTo>
                <a:cubicBezTo>
                  <a:pt x="244436" y="263943"/>
                  <a:pt x="254521" y="263876"/>
                  <a:pt x="260692" y="270113"/>
                </a:cubicBezTo>
                <a:lnTo>
                  <a:pt x="281924" y="291346"/>
                </a:lnTo>
                <a:lnTo>
                  <a:pt x="293535" y="279734"/>
                </a:lnTo>
                <a:cubicBezTo>
                  <a:pt x="299440" y="273829"/>
                  <a:pt x="301165" y="265270"/>
                  <a:pt x="298578" y="257772"/>
                </a:cubicBezTo>
                <a:lnTo>
                  <a:pt x="207080" y="167005"/>
                </a:lnTo>
                <a:lnTo>
                  <a:pt x="197194" y="176891"/>
                </a:lnTo>
                <a:cubicBezTo>
                  <a:pt x="164483" y="209602"/>
                  <a:pt x="111535" y="209602"/>
                  <a:pt x="78825" y="176891"/>
                </a:cubicBezTo>
                <a:cubicBezTo>
                  <a:pt x="63564" y="161630"/>
                  <a:pt x="62967" y="137147"/>
                  <a:pt x="77365" y="121156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7" name="Text 14"/>
          <p:cNvSpPr/>
          <p:nvPr/>
        </p:nvSpPr>
        <p:spPr>
          <a:xfrm>
            <a:off x="7851637" y="5558118"/>
            <a:ext cx="2283641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Democrático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26882" y="6435715"/>
            <a:ext cx="3142365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Ley Orgánica 5/2005, de 17 de noviembre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26882" y="6662192"/>
            <a:ext cx="3142365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BOE núm. 276, de 18 de noviembre de 2005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Ley Orgánica 5/2005 de Defensa Nacional</dc:title>
  <dc:subject>Ley Orgánica 5/2005 de Defensa Nacional</dc:subject>
  <dc:creator>Kimi</dc:creator>
  <cp:lastModifiedBy>Kimi</cp:lastModifiedBy>
  <cp:revision>1</cp:revision>
  <dcterms:created xsi:type="dcterms:W3CDTF">2026-03-20T15:28:58Z</dcterms:created>
  <dcterms:modified xsi:type="dcterms:W3CDTF">2026-03-20T15:28:58Z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{"Label":"Ley Orgánica 5/2005 de Defensa Nacional","ContentProducer":"001191110108MACG2KBH8F10000","ProduceID":"19d0bda2-2862-850c-8000-00000fe99612","ReservedCode1":"","ContentPropagator":"001191110108MACG2KBH8F20000","PropagateID":"19d0bda2-2862-850c-8000-00000fe99612","ReservedCode2":""}</vt:lpwstr>
  </property>
</Properties>
</file>